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4"/>
  </p:notesMasterIdLst>
  <p:sldIdLst>
    <p:sldId id="256" r:id="rId3"/>
    <p:sldId id="257" r:id="rId4"/>
    <p:sldId id="273" r:id="rId5"/>
    <p:sldId id="274" r:id="rId6"/>
    <p:sldId id="275" r:id="rId7"/>
    <p:sldId id="277" r:id="rId8"/>
    <p:sldId id="278" r:id="rId9"/>
    <p:sldId id="258" r:id="rId10"/>
    <p:sldId id="280" r:id="rId11"/>
    <p:sldId id="283" r:id="rId12"/>
    <p:sldId id="284" r:id="rId13"/>
    <p:sldId id="281" r:id="rId14"/>
    <p:sldId id="282" r:id="rId15"/>
    <p:sldId id="261" r:id="rId16"/>
    <p:sldId id="285" r:id="rId17"/>
    <p:sldId id="286" r:id="rId18"/>
    <p:sldId id="287" r:id="rId19"/>
    <p:sldId id="288" r:id="rId20"/>
    <p:sldId id="262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63" r:id="rId30"/>
    <p:sldId id="297" r:id="rId31"/>
    <p:sldId id="264" r:id="rId32"/>
    <p:sldId id="298" r:id="rId33"/>
    <p:sldId id="299" r:id="rId34"/>
    <p:sldId id="300" r:id="rId35"/>
    <p:sldId id="265" r:id="rId36"/>
    <p:sldId id="301" r:id="rId37"/>
    <p:sldId id="266" r:id="rId38"/>
    <p:sldId id="302" r:id="rId39"/>
    <p:sldId id="271" r:id="rId40"/>
    <p:sldId id="303" r:id="rId41"/>
    <p:sldId id="304" r:id="rId42"/>
    <p:sldId id="27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809B8-3E94-4D05-A9BB-D69B78655630}" v="1" dt="2026-02-12T17:10:04.01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fei Long" userId="17410731-05d8-4dcb-92cd-227fb39d4ac5" providerId="ADAL" clId="{64567891-349E-4147-ADDF-93FABEC51E99}"/>
    <pc:docChg chg="undo custSel addSld delSld modSld sldOrd">
      <pc:chgData name="Yunfei Long" userId="17410731-05d8-4dcb-92cd-227fb39d4ac5" providerId="ADAL" clId="{64567891-349E-4147-ADDF-93FABEC51E99}" dt="2026-01-09T18:50:15.109" v="1860" actId="21"/>
      <pc:docMkLst>
        <pc:docMk/>
      </pc:docMkLst>
      <pc:sldChg chg="addSp modSp new mod setBg">
        <pc:chgData name="Yunfei Long" userId="17410731-05d8-4dcb-92cd-227fb39d4ac5" providerId="ADAL" clId="{64567891-349E-4147-ADDF-93FABEC51E99}" dt="2026-01-09T15:39:04.680" v="1481" actId="26606"/>
        <pc:sldMkLst>
          <pc:docMk/>
          <pc:sldMk cId="3105165516" sldId="256"/>
        </pc:sldMkLst>
      </pc:sldChg>
      <pc:sldChg chg="modSp new mod">
        <pc:chgData name="Yunfei Long" userId="17410731-05d8-4dcb-92cd-227fb39d4ac5" providerId="ADAL" clId="{64567891-349E-4147-ADDF-93FABEC51E99}" dt="2026-01-09T09:45:47.755" v="206" actId="20577"/>
        <pc:sldMkLst>
          <pc:docMk/>
          <pc:sldMk cId="3548557993" sldId="257"/>
        </pc:sldMkLst>
      </pc:sldChg>
      <pc:sldChg chg="modSp new mod">
        <pc:chgData name="Yunfei Long" userId="17410731-05d8-4dcb-92cd-227fb39d4ac5" providerId="ADAL" clId="{64567891-349E-4147-ADDF-93FABEC51E99}" dt="2026-01-08T22:25:19.083" v="116" actId="15"/>
        <pc:sldMkLst>
          <pc:docMk/>
          <pc:sldMk cId="939293210" sldId="258"/>
        </pc:sldMkLst>
      </pc:sldChg>
      <pc:sldChg chg="modSp new del mod">
        <pc:chgData name="Yunfei Long" userId="17410731-05d8-4dcb-92cd-227fb39d4ac5" providerId="ADAL" clId="{64567891-349E-4147-ADDF-93FABEC51E99}" dt="2026-01-09T11:10:16.456" v="738" actId="2696"/>
        <pc:sldMkLst>
          <pc:docMk/>
          <pc:sldMk cId="555997715" sldId="259"/>
        </pc:sldMkLst>
      </pc:sldChg>
      <pc:sldChg chg="modSp new del mod ord">
        <pc:chgData name="Yunfei Long" userId="17410731-05d8-4dcb-92cd-227fb39d4ac5" providerId="ADAL" clId="{64567891-349E-4147-ADDF-93FABEC51E99}" dt="2026-01-09T11:10:06.582" v="737" actId="2696"/>
        <pc:sldMkLst>
          <pc:docMk/>
          <pc:sldMk cId="2760563312" sldId="260"/>
        </pc:sldMkLst>
      </pc:sldChg>
      <pc:sldChg chg="modSp new mod">
        <pc:chgData name="Yunfei Long" userId="17410731-05d8-4dcb-92cd-227fb39d4ac5" providerId="ADAL" clId="{64567891-349E-4147-ADDF-93FABEC51E99}" dt="2026-01-08T22:53:52.517" v="129" actId="15"/>
        <pc:sldMkLst>
          <pc:docMk/>
          <pc:sldMk cId="2168628007" sldId="261"/>
        </pc:sldMkLst>
      </pc:sldChg>
      <pc:sldChg chg="addSp delSp modSp new mod">
        <pc:chgData name="Yunfei Long" userId="17410731-05d8-4dcb-92cd-227fb39d4ac5" providerId="ADAL" clId="{64567891-349E-4147-ADDF-93FABEC51E99}" dt="2026-01-08T22:59:47.751" v="137" actId="20577"/>
        <pc:sldMkLst>
          <pc:docMk/>
          <pc:sldMk cId="3485281035" sldId="262"/>
        </pc:sldMkLst>
      </pc:sldChg>
      <pc:sldChg chg="addSp modSp new mod setBg">
        <pc:chgData name="Yunfei Long" userId="17410731-05d8-4dcb-92cd-227fb39d4ac5" providerId="ADAL" clId="{64567891-349E-4147-ADDF-93FABEC51E99}" dt="2026-01-09T15:04:26.134" v="1385" actId="1076"/>
        <pc:sldMkLst>
          <pc:docMk/>
          <pc:sldMk cId="69087529" sldId="263"/>
        </pc:sldMkLst>
      </pc:sldChg>
      <pc:sldChg chg="addSp modSp new mod setBg">
        <pc:chgData name="Yunfei Long" userId="17410731-05d8-4dcb-92cd-227fb39d4ac5" providerId="ADAL" clId="{64567891-349E-4147-ADDF-93FABEC51E99}" dt="2026-01-09T15:21:15.723" v="1467" actId="26606"/>
        <pc:sldMkLst>
          <pc:docMk/>
          <pc:sldMk cId="150358116" sldId="264"/>
        </pc:sldMkLst>
      </pc:sldChg>
      <pc:sldChg chg="addSp delSp modSp new mod setBg">
        <pc:chgData name="Yunfei Long" userId="17410731-05d8-4dcb-92cd-227fb39d4ac5" providerId="ADAL" clId="{64567891-349E-4147-ADDF-93FABEC51E99}" dt="2026-01-09T15:59:17.646" v="1546" actId="1076"/>
        <pc:sldMkLst>
          <pc:docMk/>
          <pc:sldMk cId="4130372117" sldId="265"/>
        </pc:sldMkLst>
      </pc:sldChg>
      <pc:sldChg chg="addSp delSp modSp new mod setBg">
        <pc:chgData name="Yunfei Long" userId="17410731-05d8-4dcb-92cd-227fb39d4ac5" providerId="ADAL" clId="{64567891-349E-4147-ADDF-93FABEC51E99}" dt="2026-01-09T16:07:16.043" v="1558" actId="26606"/>
        <pc:sldMkLst>
          <pc:docMk/>
          <pc:sldMk cId="3486402466" sldId="266"/>
        </pc:sldMkLst>
      </pc:sldChg>
      <pc:sldChg chg="modSp new del mod">
        <pc:chgData name="Yunfei Long" userId="17410731-05d8-4dcb-92cd-227fb39d4ac5" providerId="ADAL" clId="{64567891-349E-4147-ADDF-93FABEC51E99}" dt="2026-01-09T15:57:59.539" v="1522" actId="2696"/>
        <pc:sldMkLst>
          <pc:docMk/>
          <pc:sldMk cId="3308331918" sldId="267"/>
        </pc:sldMkLst>
      </pc:sldChg>
      <pc:sldChg chg="addSp delSp modSp new del mod">
        <pc:chgData name="Yunfei Long" userId="17410731-05d8-4dcb-92cd-227fb39d4ac5" providerId="ADAL" clId="{64567891-349E-4147-ADDF-93FABEC51E99}" dt="2026-01-09T18:40:20.815" v="1595" actId="2696"/>
        <pc:sldMkLst>
          <pc:docMk/>
          <pc:sldMk cId="928904614" sldId="268"/>
        </pc:sldMkLst>
      </pc:sldChg>
      <pc:sldChg chg="addSp delSp modSp new del mod">
        <pc:chgData name="Yunfei Long" userId="17410731-05d8-4dcb-92cd-227fb39d4ac5" providerId="ADAL" clId="{64567891-349E-4147-ADDF-93FABEC51E99}" dt="2026-01-09T18:40:22.086" v="1596" actId="2696"/>
        <pc:sldMkLst>
          <pc:docMk/>
          <pc:sldMk cId="358348069" sldId="269"/>
        </pc:sldMkLst>
      </pc:sldChg>
      <pc:sldChg chg="addSp delSp modSp new del mod">
        <pc:chgData name="Yunfei Long" userId="17410731-05d8-4dcb-92cd-227fb39d4ac5" providerId="ADAL" clId="{64567891-349E-4147-ADDF-93FABEC51E99}" dt="2026-01-09T18:40:23.246" v="1597" actId="2696"/>
        <pc:sldMkLst>
          <pc:docMk/>
          <pc:sldMk cId="3444850228" sldId="270"/>
        </pc:sldMkLst>
      </pc:sldChg>
      <pc:sldChg chg="addSp delSp modSp new mod setBg">
        <pc:chgData name="Yunfei Long" userId="17410731-05d8-4dcb-92cd-227fb39d4ac5" providerId="ADAL" clId="{64567891-349E-4147-ADDF-93FABEC51E99}" dt="2026-01-09T18:40:42.924" v="1598" actId="26606"/>
        <pc:sldMkLst>
          <pc:docMk/>
          <pc:sldMk cId="267084068" sldId="271"/>
        </pc:sldMkLst>
      </pc:sldChg>
      <pc:sldChg chg="delSp modSp new mod">
        <pc:chgData name="Yunfei Long" userId="17410731-05d8-4dcb-92cd-227fb39d4ac5" providerId="ADAL" clId="{64567891-349E-4147-ADDF-93FABEC51E99}" dt="2026-01-09T18:50:15.109" v="1860" actId="21"/>
        <pc:sldMkLst>
          <pc:docMk/>
          <pc:sldMk cId="946158578" sldId="272"/>
        </pc:sldMkLst>
      </pc:sldChg>
      <pc:sldChg chg="modSp new mod">
        <pc:chgData name="Yunfei Long" userId="17410731-05d8-4dcb-92cd-227fb39d4ac5" providerId="ADAL" clId="{64567891-349E-4147-ADDF-93FABEC51E99}" dt="2026-01-09T09:49:40.495" v="232" actId="114"/>
        <pc:sldMkLst>
          <pc:docMk/>
          <pc:sldMk cId="776819171" sldId="273"/>
        </pc:sldMkLst>
      </pc:sldChg>
      <pc:sldChg chg="addSp modSp new mod">
        <pc:chgData name="Yunfei Long" userId="17410731-05d8-4dcb-92cd-227fb39d4ac5" providerId="ADAL" clId="{64567891-349E-4147-ADDF-93FABEC51E99}" dt="2026-01-09T09:53:45.061" v="365" actId="27636"/>
        <pc:sldMkLst>
          <pc:docMk/>
          <pc:sldMk cId="970279009" sldId="274"/>
        </pc:sldMkLst>
      </pc:sldChg>
      <pc:sldChg chg="modSp new mod">
        <pc:chgData name="Yunfei Long" userId="17410731-05d8-4dcb-92cd-227fb39d4ac5" providerId="ADAL" clId="{64567891-349E-4147-ADDF-93FABEC51E99}" dt="2026-01-09T09:56:57.633" v="383" actId="27636"/>
        <pc:sldMkLst>
          <pc:docMk/>
          <pc:sldMk cId="2677000831" sldId="275"/>
        </pc:sldMkLst>
      </pc:sldChg>
      <pc:sldChg chg="new del">
        <pc:chgData name="Yunfei Long" userId="17410731-05d8-4dcb-92cd-227fb39d4ac5" providerId="ADAL" clId="{64567891-349E-4147-ADDF-93FABEC51E99}" dt="2026-01-09T10:05:55.375" v="438" actId="2696"/>
        <pc:sldMkLst>
          <pc:docMk/>
          <pc:sldMk cId="1006945444" sldId="276"/>
        </pc:sldMkLst>
      </pc:sldChg>
      <pc:sldChg chg="modSp new mod">
        <pc:chgData name="Yunfei Long" userId="17410731-05d8-4dcb-92cd-227fb39d4ac5" providerId="ADAL" clId="{64567891-349E-4147-ADDF-93FABEC51E99}" dt="2026-01-09T10:03:43.992" v="402" actId="27636"/>
        <pc:sldMkLst>
          <pc:docMk/>
          <pc:sldMk cId="1318034062" sldId="277"/>
        </pc:sldMkLst>
      </pc:sldChg>
      <pc:sldChg chg="modSp new mod">
        <pc:chgData name="Yunfei Long" userId="17410731-05d8-4dcb-92cd-227fb39d4ac5" providerId="ADAL" clId="{64567891-349E-4147-ADDF-93FABEC51E99}" dt="2026-01-09T10:05:39.116" v="437" actId="15"/>
        <pc:sldMkLst>
          <pc:docMk/>
          <pc:sldMk cId="4171080194" sldId="278"/>
        </pc:sldMkLst>
      </pc:sldChg>
      <pc:sldChg chg="modSp new del mod">
        <pc:chgData name="Yunfei Long" userId="17410731-05d8-4dcb-92cd-227fb39d4ac5" providerId="ADAL" clId="{64567891-349E-4147-ADDF-93FABEC51E99}" dt="2026-01-09T10:30:28.221" v="508" actId="2696"/>
        <pc:sldMkLst>
          <pc:docMk/>
          <pc:sldMk cId="617541817" sldId="279"/>
        </pc:sldMkLst>
      </pc:sldChg>
      <pc:sldChg chg="addSp delSp modSp new mod">
        <pc:chgData name="Yunfei Long" userId="17410731-05d8-4dcb-92cd-227fb39d4ac5" providerId="ADAL" clId="{64567891-349E-4147-ADDF-93FABEC51E99}" dt="2026-01-09T10:30:19.507" v="504"/>
        <pc:sldMkLst>
          <pc:docMk/>
          <pc:sldMk cId="354100167" sldId="280"/>
        </pc:sldMkLst>
      </pc:sldChg>
      <pc:sldChg chg="modSp new mod ord">
        <pc:chgData name="Yunfei Long" userId="17410731-05d8-4dcb-92cd-227fb39d4ac5" providerId="ADAL" clId="{64567891-349E-4147-ADDF-93FABEC51E99}" dt="2026-01-09T10:33:24.678" v="574"/>
        <pc:sldMkLst>
          <pc:docMk/>
          <pc:sldMk cId="3389233005" sldId="281"/>
        </pc:sldMkLst>
      </pc:sldChg>
      <pc:sldChg chg="addSp modSp new mod setBg">
        <pc:chgData name="Yunfei Long" userId="17410731-05d8-4dcb-92cd-227fb39d4ac5" providerId="ADAL" clId="{64567891-349E-4147-ADDF-93FABEC51E99}" dt="2026-01-09T11:12:05.829" v="739" actId="26606"/>
        <pc:sldMkLst>
          <pc:docMk/>
          <pc:sldMk cId="2498805697" sldId="282"/>
        </pc:sldMkLst>
      </pc:sldChg>
      <pc:sldChg chg="addSp delSp modSp new mod">
        <pc:chgData name="Yunfei Long" userId="17410731-05d8-4dcb-92cd-227fb39d4ac5" providerId="ADAL" clId="{64567891-349E-4147-ADDF-93FABEC51E99}" dt="2026-01-09T11:07:37.824" v="721" actId="15"/>
        <pc:sldMkLst>
          <pc:docMk/>
          <pc:sldMk cId="919142599" sldId="283"/>
        </pc:sldMkLst>
      </pc:sldChg>
      <pc:sldChg chg="addSp delSp modSp new mod setBg">
        <pc:chgData name="Yunfei Long" userId="17410731-05d8-4dcb-92cd-227fb39d4ac5" providerId="ADAL" clId="{64567891-349E-4147-ADDF-93FABEC51E99}" dt="2026-01-09T11:09:31.696" v="736" actId="26606"/>
        <pc:sldMkLst>
          <pc:docMk/>
          <pc:sldMk cId="867927175" sldId="284"/>
        </pc:sldMkLst>
      </pc:sldChg>
      <pc:sldChg chg="modSp new mod">
        <pc:chgData name="Yunfei Long" userId="17410731-05d8-4dcb-92cd-227fb39d4ac5" providerId="ADAL" clId="{64567891-349E-4147-ADDF-93FABEC51E99}" dt="2026-01-09T12:37:14.305" v="811" actId="20577"/>
        <pc:sldMkLst>
          <pc:docMk/>
          <pc:sldMk cId="3260206688" sldId="285"/>
        </pc:sldMkLst>
      </pc:sldChg>
      <pc:sldChg chg="modSp new mod">
        <pc:chgData name="Yunfei Long" userId="17410731-05d8-4dcb-92cd-227fb39d4ac5" providerId="ADAL" clId="{64567891-349E-4147-ADDF-93FABEC51E99}" dt="2026-01-09T12:37:50.380" v="828" actId="27636"/>
        <pc:sldMkLst>
          <pc:docMk/>
          <pc:sldMk cId="990903162" sldId="286"/>
        </pc:sldMkLst>
      </pc:sldChg>
      <pc:sldChg chg="addSp delSp modSp add mod">
        <pc:chgData name="Yunfei Long" userId="17410731-05d8-4dcb-92cd-227fb39d4ac5" providerId="ADAL" clId="{64567891-349E-4147-ADDF-93FABEC51E99}" dt="2026-01-09T12:40:50.743" v="837" actId="22"/>
        <pc:sldMkLst>
          <pc:docMk/>
          <pc:sldMk cId="854186369" sldId="287"/>
        </pc:sldMkLst>
      </pc:sldChg>
      <pc:sldChg chg="modSp add mod">
        <pc:chgData name="Yunfei Long" userId="17410731-05d8-4dcb-92cd-227fb39d4ac5" providerId="ADAL" clId="{64567891-349E-4147-ADDF-93FABEC51E99}" dt="2026-01-09T12:46:17.431" v="892" actId="27636"/>
        <pc:sldMkLst>
          <pc:docMk/>
          <pc:sldMk cId="3693971687" sldId="288"/>
        </pc:sldMkLst>
      </pc:sldChg>
      <pc:sldChg chg="add del">
        <pc:chgData name="Yunfei Long" userId="17410731-05d8-4dcb-92cd-227fb39d4ac5" providerId="ADAL" clId="{64567891-349E-4147-ADDF-93FABEC51E99}" dt="2026-01-09T12:38:17.679" v="833"/>
        <pc:sldMkLst>
          <pc:docMk/>
          <pc:sldMk cId="3881846750" sldId="288"/>
        </pc:sldMkLst>
      </pc:sldChg>
      <pc:sldChg chg="addSp modSp new mod">
        <pc:chgData name="Yunfei Long" userId="17410731-05d8-4dcb-92cd-227fb39d4ac5" providerId="ADAL" clId="{64567891-349E-4147-ADDF-93FABEC51E99}" dt="2026-01-09T13:01:13.043" v="915" actId="15"/>
        <pc:sldMkLst>
          <pc:docMk/>
          <pc:sldMk cId="3644561030" sldId="289"/>
        </pc:sldMkLst>
      </pc:sldChg>
      <pc:sldChg chg="modSp new mod">
        <pc:chgData name="Yunfei Long" userId="17410731-05d8-4dcb-92cd-227fb39d4ac5" providerId="ADAL" clId="{64567891-349E-4147-ADDF-93FABEC51E99}" dt="2026-01-09T13:02:58.275" v="964" actId="20577"/>
        <pc:sldMkLst>
          <pc:docMk/>
          <pc:sldMk cId="3684980240" sldId="290"/>
        </pc:sldMkLst>
      </pc:sldChg>
      <pc:sldChg chg="addSp modSp new mod">
        <pc:chgData name="Yunfei Long" userId="17410731-05d8-4dcb-92cd-227fb39d4ac5" providerId="ADAL" clId="{64567891-349E-4147-ADDF-93FABEC51E99}" dt="2026-01-09T13:57:13.828" v="975" actId="15"/>
        <pc:sldMkLst>
          <pc:docMk/>
          <pc:sldMk cId="574508602" sldId="291"/>
        </pc:sldMkLst>
      </pc:sldChg>
      <pc:sldChg chg="modSp new mod">
        <pc:chgData name="Yunfei Long" userId="17410731-05d8-4dcb-92cd-227fb39d4ac5" providerId="ADAL" clId="{64567891-349E-4147-ADDF-93FABEC51E99}" dt="2026-01-09T13:59:42.715" v="1009" actId="20577"/>
        <pc:sldMkLst>
          <pc:docMk/>
          <pc:sldMk cId="3387766975" sldId="292"/>
        </pc:sldMkLst>
      </pc:sldChg>
      <pc:sldChg chg="addSp modSp new mod">
        <pc:chgData name="Yunfei Long" userId="17410731-05d8-4dcb-92cd-227fb39d4ac5" providerId="ADAL" clId="{64567891-349E-4147-ADDF-93FABEC51E99}" dt="2026-01-09T14:05:48.572" v="1100" actId="27636"/>
        <pc:sldMkLst>
          <pc:docMk/>
          <pc:sldMk cId="3770830427" sldId="293"/>
        </pc:sldMkLst>
      </pc:sldChg>
      <pc:sldChg chg="modSp new mod">
        <pc:chgData name="Yunfei Long" userId="17410731-05d8-4dcb-92cd-227fb39d4ac5" providerId="ADAL" clId="{64567891-349E-4147-ADDF-93FABEC51E99}" dt="2026-01-09T14:12:38.761" v="1137"/>
        <pc:sldMkLst>
          <pc:docMk/>
          <pc:sldMk cId="3898022958" sldId="294"/>
        </pc:sldMkLst>
      </pc:sldChg>
      <pc:sldChg chg="addSp modSp new mod">
        <pc:chgData name="Yunfei Long" userId="17410731-05d8-4dcb-92cd-227fb39d4ac5" providerId="ADAL" clId="{64567891-349E-4147-ADDF-93FABEC51E99}" dt="2026-01-09T14:29:00.960" v="1236" actId="1076"/>
        <pc:sldMkLst>
          <pc:docMk/>
          <pc:sldMk cId="1141846397" sldId="295"/>
        </pc:sldMkLst>
      </pc:sldChg>
      <pc:sldChg chg="modSp new mod">
        <pc:chgData name="Yunfei Long" userId="17410731-05d8-4dcb-92cd-227fb39d4ac5" providerId="ADAL" clId="{64567891-349E-4147-ADDF-93FABEC51E99}" dt="2026-01-09T14:37:48.572" v="1344" actId="20577"/>
        <pc:sldMkLst>
          <pc:docMk/>
          <pc:sldMk cId="4060176304" sldId="296"/>
        </pc:sldMkLst>
      </pc:sldChg>
      <pc:sldChg chg="addSp delSp modSp new mod setBg">
        <pc:chgData name="Yunfei Long" userId="17410731-05d8-4dcb-92cd-227fb39d4ac5" providerId="ADAL" clId="{64567891-349E-4147-ADDF-93FABEC51E99}" dt="2026-01-09T15:13:48.410" v="1463" actId="26606"/>
        <pc:sldMkLst>
          <pc:docMk/>
          <pc:sldMk cId="2056554083" sldId="297"/>
        </pc:sldMkLst>
      </pc:sldChg>
      <pc:sldChg chg="modSp new del">
        <pc:chgData name="Yunfei Long" userId="17410731-05d8-4dcb-92cd-227fb39d4ac5" providerId="ADAL" clId="{64567891-349E-4147-ADDF-93FABEC51E99}" dt="2026-01-09T14:39:47.196" v="1347" actId="2696"/>
        <pc:sldMkLst>
          <pc:docMk/>
          <pc:sldMk cId="2830472354" sldId="297"/>
        </pc:sldMkLst>
      </pc:sldChg>
      <pc:sldChg chg="addSp delSp modSp new mod setBg">
        <pc:chgData name="Yunfei Long" userId="17410731-05d8-4dcb-92cd-227fb39d4ac5" providerId="ADAL" clId="{64567891-349E-4147-ADDF-93FABEC51E99}" dt="2026-01-09T15:23:30.743" v="1469" actId="26606"/>
        <pc:sldMkLst>
          <pc:docMk/>
          <pc:sldMk cId="3571822078" sldId="298"/>
        </pc:sldMkLst>
      </pc:sldChg>
      <pc:sldChg chg="addSp delSp modSp add mod setBg">
        <pc:chgData name="Yunfei Long" userId="17410731-05d8-4dcb-92cd-227fb39d4ac5" providerId="ADAL" clId="{64567891-349E-4147-ADDF-93FABEC51E99}" dt="2026-01-09T15:26:44.861" v="1474" actId="1076"/>
        <pc:sldMkLst>
          <pc:docMk/>
          <pc:sldMk cId="0" sldId="299"/>
        </pc:sldMkLst>
      </pc:sldChg>
      <pc:sldChg chg="addSp modSp new mod setBg">
        <pc:chgData name="Yunfei Long" userId="17410731-05d8-4dcb-92cd-227fb39d4ac5" providerId="ADAL" clId="{64567891-349E-4147-ADDF-93FABEC51E99}" dt="2026-01-09T15:28:06.369" v="1480"/>
        <pc:sldMkLst>
          <pc:docMk/>
          <pc:sldMk cId="1573122396" sldId="300"/>
        </pc:sldMkLst>
      </pc:sldChg>
      <pc:sldChg chg="addSp delSp modSp new mod setBg">
        <pc:chgData name="Yunfei Long" userId="17410731-05d8-4dcb-92cd-227fb39d4ac5" providerId="ADAL" clId="{64567891-349E-4147-ADDF-93FABEC51E99}" dt="2026-01-09T16:03:10.724" v="1554" actId="26606"/>
        <pc:sldMkLst>
          <pc:docMk/>
          <pc:sldMk cId="73548212" sldId="301"/>
        </pc:sldMkLst>
      </pc:sldChg>
      <pc:sldChg chg="addSp delSp modSp new mod setBg">
        <pc:chgData name="Yunfei Long" userId="17410731-05d8-4dcb-92cd-227fb39d4ac5" providerId="ADAL" clId="{64567891-349E-4147-ADDF-93FABEC51E99}" dt="2026-01-09T16:17:06.844" v="1590" actId="1076"/>
        <pc:sldMkLst>
          <pc:docMk/>
          <pc:sldMk cId="2985186948" sldId="302"/>
        </pc:sldMkLst>
      </pc:sldChg>
      <pc:sldChg chg="modSp new mod">
        <pc:chgData name="Yunfei Long" userId="17410731-05d8-4dcb-92cd-227fb39d4ac5" providerId="ADAL" clId="{64567891-349E-4147-ADDF-93FABEC51E99}" dt="2026-01-09T18:50:06.744" v="1859" actId="5793"/>
        <pc:sldMkLst>
          <pc:docMk/>
          <pc:sldMk cId="1683752655" sldId="303"/>
        </pc:sldMkLst>
      </pc:sldChg>
      <pc:sldChg chg="addSp delSp modSp new mod setBg">
        <pc:chgData name="Yunfei Long" userId="17410731-05d8-4dcb-92cd-227fb39d4ac5" providerId="ADAL" clId="{64567891-349E-4147-ADDF-93FABEC51E99}" dt="2026-01-09T18:49:53.359" v="1856" actId="26606"/>
        <pc:sldMkLst>
          <pc:docMk/>
          <pc:sldMk cId="731474375" sldId="304"/>
        </pc:sldMkLst>
      </pc:sldChg>
    </pc:docChg>
  </pc:docChgLst>
  <pc:docChgLst>
    <pc:chgData name="Yunfei Long" userId="17410731-05d8-4dcb-92cd-227fb39d4ac5" providerId="ADAL" clId="{D5CBA92F-6EE7-4D3A-8FA7-C22213E63561}"/>
    <pc:docChg chg="custSel modSld">
      <pc:chgData name="Yunfei Long" userId="17410731-05d8-4dcb-92cd-227fb39d4ac5" providerId="ADAL" clId="{D5CBA92F-6EE7-4D3A-8FA7-C22213E63561}" dt="2026-02-12T17:32:30.975" v="130" actId="20577"/>
      <pc:docMkLst>
        <pc:docMk/>
      </pc:docMkLst>
      <pc:sldChg chg="modSp mod">
        <pc:chgData name="Yunfei Long" userId="17410731-05d8-4dcb-92cd-227fb39d4ac5" providerId="ADAL" clId="{D5CBA92F-6EE7-4D3A-8FA7-C22213E63561}" dt="2026-02-12T17:32:30.975" v="130" actId="20577"/>
        <pc:sldMkLst>
          <pc:docMk/>
          <pc:sldMk cId="3105165516" sldId="256"/>
        </pc:sldMkLst>
        <pc:spChg chg="mod">
          <ac:chgData name="Yunfei Long" userId="17410731-05d8-4dcb-92cd-227fb39d4ac5" providerId="ADAL" clId="{D5CBA92F-6EE7-4D3A-8FA7-C22213E63561}" dt="2026-02-12T17:32:30.975" v="130" actId="20577"/>
          <ac:spMkLst>
            <pc:docMk/>
            <pc:sldMk cId="3105165516" sldId="256"/>
            <ac:spMk id="2" creationId="{3A98F019-01B2-D521-51DB-69CC7D713AFA}"/>
          </ac:spMkLst>
        </pc:spChg>
      </pc:sldChg>
      <pc:sldChg chg="modSp mod">
        <pc:chgData name="Yunfei Long" userId="17410731-05d8-4dcb-92cd-227fb39d4ac5" providerId="ADAL" clId="{D5CBA92F-6EE7-4D3A-8FA7-C22213E63561}" dt="2026-02-12T17:03:27.375" v="59" actId="20577"/>
        <pc:sldMkLst>
          <pc:docMk/>
          <pc:sldMk cId="970279009" sldId="274"/>
        </pc:sldMkLst>
        <pc:spChg chg="mod">
          <ac:chgData name="Yunfei Long" userId="17410731-05d8-4dcb-92cd-227fb39d4ac5" providerId="ADAL" clId="{D5CBA92F-6EE7-4D3A-8FA7-C22213E63561}" dt="2026-02-12T17:03:27.375" v="59" actId="20577"/>
          <ac:spMkLst>
            <pc:docMk/>
            <pc:sldMk cId="970279009" sldId="274"/>
            <ac:spMk id="3" creationId="{686144A6-9F13-C2E6-3C45-3EA5B4C35EE0}"/>
          </ac:spMkLst>
        </pc:spChg>
      </pc:sldChg>
      <pc:sldChg chg="modSp mod">
        <pc:chgData name="Yunfei Long" userId="17410731-05d8-4dcb-92cd-227fb39d4ac5" providerId="ADAL" clId="{D5CBA92F-6EE7-4D3A-8FA7-C22213E63561}" dt="2026-02-12T17:10:13.843" v="129" actId="108"/>
        <pc:sldMkLst>
          <pc:docMk/>
          <pc:sldMk cId="2677000831" sldId="275"/>
        </pc:sldMkLst>
        <pc:spChg chg="mod">
          <ac:chgData name="Yunfei Long" userId="17410731-05d8-4dcb-92cd-227fb39d4ac5" providerId="ADAL" clId="{D5CBA92F-6EE7-4D3A-8FA7-C22213E63561}" dt="2026-02-12T17:10:13.843" v="129" actId="108"/>
          <ac:spMkLst>
            <pc:docMk/>
            <pc:sldMk cId="2677000831" sldId="275"/>
            <ac:spMk id="3" creationId="{D15E22C8-EA01-AE35-D866-50F74E6459DC}"/>
          </ac:spMkLst>
        </pc:spChg>
      </pc:sldChg>
    </pc:docChg>
  </pc:docChgLst>
  <pc:docChgLst>
    <pc:chgData name="Yunfei Long" userId="17410731-05d8-4dcb-92cd-227fb39d4ac5" providerId="ADAL" clId="{722BE387-06B7-497C-BC81-467C79DAC9A7}"/>
    <pc:docChg chg="undo custSel modSld">
      <pc:chgData name="Yunfei Long" userId="17410731-05d8-4dcb-92cd-227fb39d4ac5" providerId="ADAL" clId="{722BE387-06B7-497C-BC81-467C79DAC9A7}" dt="2026-01-10T13:25:45.435" v="279" actId="26606"/>
      <pc:docMkLst>
        <pc:docMk/>
      </pc:docMkLst>
      <pc:sldChg chg="addSp delSp modSp mod">
        <pc:chgData name="Yunfei Long" userId="17410731-05d8-4dcb-92cd-227fb39d4ac5" providerId="ADAL" clId="{722BE387-06B7-497C-BC81-467C79DAC9A7}" dt="2026-01-10T13:25:45.435" v="279" actId="26606"/>
        <pc:sldMkLst>
          <pc:docMk/>
          <pc:sldMk cId="3105165516" sldId="256"/>
        </pc:sldMkLst>
      </pc:sldChg>
      <pc:sldChg chg="addSp delSp modSp mod setBg">
        <pc:chgData name="Yunfei Long" userId="17410731-05d8-4dcb-92cd-227fb39d4ac5" providerId="ADAL" clId="{722BE387-06B7-497C-BC81-467C79DAC9A7}" dt="2026-01-10T12:23:05.775" v="3" actId="20577"/>
        <pc:sldMkLst>
          <pc:docMk/>
          <pc:sldMk cId="3548557993" sldId="257"/>
        </pc:sldMkLst>
      </pc:sldChg>
      <pc:sldChg chg="addSp modSp mod setBg">
        <pc:chgData name="Yunfei Long" userId="17410731-05d8-4dcb-92cd-227fb39d4ac5" providerId="ADAL" clId="{722BE387-06B7-497C-BC81-467C79DAC9A7}" dt="2026-01-10T12:39:58.616" v="9" actId="26606"/>
        <pc:sldMkLst>
          <pc:docMk/>
          <pc:sldMk cId="939293210" sldId="258"/>
        </pc:sldMkLst>
      </pc:sldChg>
      <pc:sldChg chg="addSp delSp modSp mod setBg">
        <pc:chgData name="Yunfei Long" userId="17410731-05d8-4dcb-92cd-227fb39d4ac5" providerId="ADAL" clId="{722BE387-06B7-497C-BC81-467C79DAC9A7}" dt="2026-01-10T12:42:23.626" v="20" actId="26606"/>
        <pc:sldMkLst>
          <pc:docMk/>
          <pc:sldMk cId="2168628007" sldId="261"/>
        </pc:sldMkLst>
      </pc:sldChg>
      <pc:sldChg chg="addSp delSp modSp mod setBg">
        <pc:chgData name="Yunfei Long" userId="17410731-05d8-4dcb-92cd-227fb39d4ac5" providerId="ADAL" clId="{722BE387-06B7-497C-BC81-467C79DAC9A7}" dt="2026-01-10T12:45:35.426" v="31" actId="26606"/>
        <pc:sldMkLst>
          <pc:docMk/>
          <pc:sldMk cId="3485281035" sldId="262"/>
        </pc:sldMkLst>
      </pc:sldChg>
      <pc:sldChg chg="addSp modSp mod setBg">
        <pc:chgData name="Yunfei Long" userId="17410731-05d8-4dcb-92cd-227fb39d4ac5" providerId="ADAL" clId="{722BE387-06B7-497C-BC81-467C79DAC9A7}" dt="2026-01-10T13:13:53.145" v="191" actId="14100"/>
        <pc:sldMkLst>
          <pc:docMk/>
          <pc:sldMk cId="946158578" sldId="272"/>
        </pc:sldMkLst>
      </pc:sldChg>
      <pc:sldChg chg="addSp modSp mod setBg">
        <pc:chgData name="Yunfei Long" userId="17410731-05d8-4dcb-92cd-227fb39d4ac5" providerId="ADAL" clId="{722BE387-06B7-497C-BC81-467C79DAC9A7}" dt="2026-01-10T12:23:30.175" v="4" actId="26606"/>
        <pc:sldMkLst>
          <pc:docMk/>
          <pc:sldMk cId="776819171" sldId="273"/>
        </pc:sldMkLst>
      </pc:sldChg>
      <pc:sldChg chg="addSp modSp mod setBg">
        <pc:chgData name="Yunfei Long" userId="17410731-05d8-4dcb-92cd-227fb39d4ac5" providerId="ADAL" clId="{722BE387-06B7-497C-BC81-467C79DAC9A7}" dt="2026-01-10T12:23:48.116" v="5" actId="26606"/>
        <pc:sldMkLst>
          <pc:docMk/>
          <pc:sldMk cId="970279009" sldId="274"/>
        </pc:sldMkLst>
      </pc:sldChg>
      <pc:sldChg chg="addSp modSp mod setBg">
        <pc:chgData name="Yunfei Long" userId="17410731-05d8-4dcb-92cd-227fb39d4ac5" providerId="ADAL" clId="{722BE387-06B7-497C-BC81-467C79DAC9A7}" dt="2026-01-10T12:23:54.128" v="6" actId="26606"/>
        <pc:sldMkLst>
          <pc:docMk/>
          <pc:sldMk cId="2677000831" sldId="275"/>
        </pc:sldMkLst>
      </pc:sldChg>
      <pc:sldChg chg="addSp modSp mod setBg">
        <pc:chgData name="Yunfei Long" userId="17410731-05d8-4dcb-92cd-227fb39d4ac5" providerId="ADAL" clId="{722BE387-06B7-497C-BC81-467C79DAC9A7}" dt="2026-01-10T12:39:11.201" v="7" actId="26606"/>
        <pc:sldMkLst>
          <pc:docMk/>
          <pc:sldMk cId="1318034062" sldId="277"/>
        </pc:sldMkLst>
      </pc:sldChg>
      <pc:sldChg chg="addSp modSp mod setBg">
        <pc:chgData name="Yunfei Long" userId="17410731-05d8-4dcb-92cd-227fb39d4ac5" providerId="ADAL" clId="{722BE387-06B7-497C-BC81-467C79DAC9A7}" dt="2026-01-10T12:39:24.766" v="8" actId="26606"/>
        <pc:sldMkLst>
          <pc:docMk/>
          <pc:sldMk cId="4171080194" sldId="278"/>
        </pc:sldMkLst>
      </pc:sldChg>
      <pc:sldChg chg="addSp delSp modSp mod setBg">
        <pc:chgData name="Yunfei Long" userId="17410731-05d8-4dcb-92cd-227fb39d4ac5" providerId="ADAL" clId="{722BE387-06B7-497C-BC81-467C79DAC9A7}" dt="2026-01-10T12:40:33.159" v="18" actId="14100"/>
        <pc:sldMkLst>
          <pc:docMk/>
          <pc:sldMk cId="354100167" sldId="280"/>
        </pc:sldMkLst>
      </pc:sldChg>
      <pc:sldChg chg="addSp modSp mod setBg">
        <pc:chgData name="Yunfei Long" userId="17410731-05d8-4dcb-92cd-227fb39d4ac5" providerId="ADAL" clId="{722BE387-06B7-497C-BC81-467C79DAC9A7}" dt="2026-01-10T12:42:16.096" v="19" actId="26606"/>
        <pc:sldMkLst>
          <pc:docMk/>
          <pc:sldMk cId="3389233005" sldId="281"/>
        </pc:sldMkLst>
      </pc:sldChg>
      <pc:sldChg chg="addSp delSp modSp mod setBg">
        <pc:chgData name="Yunfei Long" userId="17410731-05d8-4dcb-92cd-227fb39d4ac5" providerId="ADAL" clId="{722BE387-06B7-497C-BC81-467C79DAC9A7}" dt="2026-01-10T12:43:53.320" v="21" actId="26606"/>
        <pc:sldMkLst>
          <pc:docMk/>
          <pc:sldMk cId="3260206688" sldId="285"/>
        </pc:sldMkLst>
      </pc:sldChg>
      <pc:sldChg chg="addSp delSp modSp mod setBg">
        <pc:chgData name="Yunfei Long" userId="17410731-05d8-4dcb-92cd-227fb39d4ac5" providerId="ADAL" clId="{722BE387-06B7-497C-BC81-467C79DAC9A7}" dt="2026-01-10T12:44:23.436" v="24" actId="20577"/>
        <pc:sldMkLst>
          <pc:docMk/>
          <pc:sldMk cId="990903162" sldId="286"/>
        </pc:sldMkLst>
      </pc:sldChg>
      <pc:sldChg chg="addSp modSp mod setBg">
        <pc:chgData name="Yunfei Long" userId="17410731-05d8-4dcb-92cd-227fb39d4ac5" providerId="ADAL" clId="{722BE387-06B7-497C-BC81-467C79DAC9A7}" dt="2026-01-10T12:44:41.140" v="28" actId="26606"/>
        <pc:sldMkLst>
          <pc:docMk/>
          <pc:sldMk cId="854186369" sldId="287"/>
        </pc:sldMkLst>
      </pc:sldChg>
      <pc:sldChg chg="addSp modSp mod setBg">
        <pc:chgData name="Yunfei Long" userId="17410731-05d8-4dcb-92cd-227fb39d4ac5" providerId="ADAL" clId="{722BE387-06B7-497C-BC81-467C79DAC9A7}" dt="2026-01-10T12:45:23.176" v="30" actId="26606"/>
        <pc:sldMkLst>
          <pc:docMk/>
          <pc:sldMk cId="3693971687" sldId="288"/>
        </pc:sldMkLst>
      </pc:sldChg>
      <pc:sldChg chg="addSp delSp modSp mod setBg">
        <pc:chgData name="Yunfei Long" userId="17410731-05d8-4dcb-92cd-227fb39d4ac5" providerId="ADAL" clId="{722BE387-06B7-497C-BC81-467C79DAC9A7}" dt="2026-01-10T12:45:42.826" v="32" actId="26606"/>
        <pc:sldMkLst>
          <pc:docMk/>
          <pc:sldMk cId="3644561030" sldId="289"/>
        </pc:sldMkLst>
      </pc:sldChg>
      <pc:sldChg chg="addSp delSp modSp mod setBg">
        <pc:chgData name="Yunfei Long" userId="17410731-05d8-4dcb-92cd-227fb39d4ac5" providerId="ADAL" clId="{722BE387-06B7-497C-BC81-467C79DAC9A7}" dt="2026-01-10T12:46:15.229" v="33" actId="26606"/>
        <pc:sldMkLst>
          <pc:docMk/>
          <pc:sldMk cId="3684980240" sldId="290"/>
        </pc:sldMkLst>
      </pc:sldChg>
      <pc:sldChg chg="addSp modSp mod setBg">
        <pc:chgData name="Yunfei Long" userId="17410731-05d8-4dcb-92cd-227fb39d4ac5" providerId="ADAL" clId="{722BE387-06B7-497C-BC81-467C79DAC9A7}" dt="2026-01-10T12:46:24.760" v="34" actId="26606"/>
        <pc:sldMkLst>
          <pc:docMk/>
          <pc:sldMk cId="574508602" sldId="291"/>
        </pc:sldMkLst>
      </pc:sldChg>
      <pc:sldChg chg="addSp modSp mod setBg">
        <pc:chgData name="Yunfei Long" userId="17410731-05d8-4dcb-92cd-227fb39d4ac5" providerId="ADAL" clId="{722BE387-06B7-497C-BC81-467C79DAC9A7}" dt="2026-01-10T12:46:30.834" v="35" actId="26606"/>
        <pc:sldMkLst>
          <pc:docMk/>
          <pc:sldMk cId="3387766975" sldId="292"/>
        </pc:sldMkLst>
      </pc:sldChg>
      <pc:sldChg chg="addSp modSp mod setBg">
        <pc:chgData name="Yunfei Long" userId="17410731-05d8-4dcb-92cd-227fb39d4ac5" providerId="ADAL" clId="{722BE387-06B7-497C-BC81-467C79DAC9A7}" dt="2026-01-10T12:46:44.260" v="36" actId="26606"/>
        <pc:sldMkLst>
          <pc:docMk/>
          <pc:sldMk cId="3770830427" sldId="293"/>
        </pc:sldMkLst>
      </pc:sldChg>
      <pc:sldChg chg="addSp delSp modSp mod setBg">
        <pc:chgData name="Yunfei Long" userId="17410731-05d8-4dcb-92cd-227fb39d4ac5" providerId="ADAL" clId="{722BE387-06B7-497C-BC81-467C79DAC9A7}" dt="2026-01-10T12:47:08.417" v="37" actId="26606"/>
        <pc:sldMkLst>
          <pc:docMk/>
          <pc:sldMk cId="3898022958" sldId="294"/>
        </pc:sldMkLst>
      </pc:sldChg>
      <pc:sldChg chg="addSp delSp modSp mod setBg">
        <pc:chgData name="Yunfei Long" userId="17410731-05d8-4dcb-92cd-227fb39d4ac5" providerId="ADAL" clId="{722BE387-06B7-497C-BC81-467C79DAC9A7}" dt="2026-01-10T12:47:29.130" v="40" actId="26606"/>
        <pc:sldMkLst>
          <pc:docMk/>
          <pc:sldMk cId="4060176304" sldId="296"/>
        </pc:sldMkLst>
      </pc:sldChg>
      <pc:sldChg chg="addSp delSp modSp mod setBg">
        <pc:chgData name="Yunfei Long" userId="17410731-05d8-4dcb-92cd-227fb39d4ac5" providerId="ADAL" clId="{722BE387-06B7-497C-BC81-467C79DAC9A7}" dt="2026-01-10T13:12:33.913" v="44" actId="26606"/>
        <pc:sldMkLst>
          <pc:docMk/>
          <pc:sldMk cId="1683752655" sldId="30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D6D32D-9243-4FF8-83E1-DCFEA1EB2CD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E54FACE-6B7F-4E2B-A851-367942BAD1B7}">
      <dgm:prSet/>
      <dgm:spPr/>
      <dgm:t>
        <a:bodyPr/>
        <a:lstStyle/>
        <a:p>
          <a:r>
            <a:rPr lang="en-GB" dirty="0"/>
            <a:t>From “Retrieval Accuracy” to “System Quality”</a:t>
          </a:r>
          <a:endParaRPr lang="en-US" dirty="0"/>
        </a:p>
      </dgm:t>
    </dgm:pt>
    <dgm:pt modelId="{9631AB90-201D-4B4D-8968-BC0949EE5829}" type="parTrans" cxnId="{FBBC3637-FD9D-4442-B323-CDE050FE6B3B}">
      <dgm:prSet/>
      <dgm:spPr/>
      <dgm:t>
        <a:bodyPr/>
        <a:lstStyle/>
        <a:p>
          <a:endParaRPr lang="en-US"/>
        </a:p>
      </dgm:t>
    </dgm:pt>
    <dgm:pt modelId="{A0C5FEE4-EAC5-489A-A430-4AF90C344130}" type="sibTrans" cxnId="{FBBC3637-FD9D-4442-B323-CDE050FE6B3B}">
      <dgm:prSet/>
      <dgm:spPr/>
      <dgm:t>
        <a:bodyPr/>
        <a:lstStyle/>
        <a:p>
          <a:endParaRPr lang="en-US"/>
        </a:p>
      </dgm:t>
    </dgm:pt>
    <dgm:pt modelId="{3474BB34-7867-419B-A002-39E3D3494DE4}">
      <dgm:prSet/>
      <dgm:spPr/>
      <dgm:t>
        <a:bodyPr/>
        <a:lstStyle/>
        <a:p>
          <a:r>
            <a:rPr lang="en-GB"/>
            <a:t>Different procedure:</a:t>
          </a:r>
          <a:endParaRPr lang="en-US"/>
        </a:p>
      </dgm:t>
    </dgm:pt>
    <dgm:pt modelId="{A7BB0A8C-60C1-48ED-8721-9E01AE4E291A}" type="parTrans" cxnId="{4AE7A879-B7DA-451F-87CF-C8DE5EA92BC4}">
      <dgm:prSet/>
      <dgm:spPr/>
      <dgm:t>
        <a:bodyPr/>
        <a:lstStyle/>
        <a:p>
          <a:endParaRPr lang="en-US"/>
        </a:p>
      </dgm:t>
    </dgm:pt>
    <dgm:pt modelId="{400475B4-06FC-405D-AA1D-12A6AECD0C24}" type="sibTrans" cxnId="{4AE7A879-B7DA-451F-87CF-C8DE5EA92BC4}">
      <dgm:prSet/>
      <dgm:spPr/>
      <dgm:t>
        <a:bodyPr/>
        <a:lstStyle/>
        <a:p>
          <a:endParaRPr lang="en-US"/>
        </a:p>
      </dgm:t>
    </dgm:pt>
    <dgm:pt modelId="{FF268406-5EF6-4EAD-84BB-801B66BF3207}">
      <dgm:prSet/>
      <dgm:spPr/>
      <dgm:t>
        <a:bodyPr/>
        <a:lstStyle/>
        <a:p>
          <a:r>
            <a:rPr lang="en-GB"/>
            <a:t>Classical IR: query → ranked list</a:t>
          </a:r>
          <a:endParaRPr lang="en-US"/>
        </a:p>
      </dgm:t>
    </dgm:pt>
    <dgm:pt modelId="{13401150-543D-45AF-A8AB-CFD0C5B39D0E}" type="parTrans" cxnId="{0DE3A492-7DD1-43F5-BC02-97F0DC136368}">
      <dgm:prSet/>
      <dgm:spPr/>
      <dgm:t>
        <a:bodyPr/>
        <a:lstStyle/>
        <a:p>
          <a:endParaRPr lang="en-US"/>
        </a:p>
      </dgm:t>
    </dgm:pt>
    <dgm:pt modelId="{821DEFD1-9338-49D1-B62A-18F4E885BF4E}" type="sibTrans" cxnId="{0DE3A492-7DD1-43F5-BC02-97F0DC136368}">
      <dgm:prSet/>
      <dgm:spPr/>
      <dgm:t>
        <a:bodyPr/>
        <a:lstStyle/>
        <a:p>
          <a:endParaRPr lang="en-US"/>
        </a:p>
      </dgm:t>
    </dgm:pt>
    <dgm:pt modelId="{0C814A83-7699-4C21-A94F-21C3CDACCDE8}">
      <dgm:prSet/>
      <dgm:spPr/>
      <dgm:t>
        <a:bodyPr/>
        <a:lstStyle/>
        <a:p>
          <a:r>
            <a:rPr lang="en-GB"/>
            <a:t>LLM-based IR: query → retrieval → ranking → generation → explanation</a:t>
          </a:r>
          <a:endParaRPr lang="en-US"/>
        </a:p>
      </dgm:t>
    </dgm:pt>
    <dgm:pt modelId="{A14F113E-6148-403E-8342-85971C1AB215}" type="parTrans" cxnId="{68FE3727-90CC-46BF-99AC-3151D202215B}">
      <dgm:prSet/>
      <dgm:spPr/>
      <dgm:t>
        <a:bodyPr/>
        <a:lstStyle/>
        <a:p>
          <a:endParaRPr lang="en-US"/>
        </a:p>
      </dgm:t>
    </dgm:pt>
    <dgm:pt modelId="{8003DE0E-FD71-4F08-AD5F-6C0C94F171DF}" type="sibTrans" cxnId="{68FE3727-90CC-46BF-99AC-3151D202215B}">
      <dgm:prSet/>
      <dgm:spPr/>
      <dgm:t>
        <a:bodyPr/>
        <a:lstStyle/>
        <a:p>
          <a:endParaRPr lang="en-US"/>
        </a:p>
      </dgm:t>
    </dgm:pt>
    <dgm:pt modelId="{06EDAA51-0358-4C17-8240-E09BD5DC734D}">
      <dgm:prSet/>
      <dgm:spPr/>
      <dgm:t>
        <a:bodyPr/>
        <a:lstStyle/>
        <a:p>
          <a:r>
            <a:rPr lang="en-GB" b="1"/>
            <a:t>Evaluation mismatch</a:t>
          </a:r>
          <a:r>
            <a:rPr lang="en-GB"/>
            <a:t>:</a:t>
          </a:r>
          <a:endParaRPr lang="en-US"/>
        </a:p>
      </dgm:t>
    </dgm:pt>
    <dgm:pt modelId="{B0A91FEC-4CA6-448E-851D-05CEBA80907A}" type="parTrans" cxnId="{AB5342E7-C56E-4B26-82A6-36AAD8A4B374}">
      <dgm:prSet/>
      <dgm:spPr/>
      <dgm:t>
        <a:bodyPr/>
        <a:lstStyle/>
        <a:p>
          <a:endParaRPr lang="en-US"/>
        </a:p>
      </dgm:t>
    </dgm:pt>
    <dgm:pt modelId="{A850862B-B4D7-47A5-9885-EB82AD04CB6B}" type="sibTrans" cxnId="{AB5342E7-C56E-4B26-82A6-36AAD8A4B374}">
      <dgm:prSet/>
      <dgm:spPr/>
      <dgm:t>
        <a:bodyPr/>
        <a:lstStyle/>
        <a:p>
          <a:endParaRPr lang="en-US"/>
        </a:p>
      </dgm:t>
    </dgm:pt>
    <dgm:pt modelId="{86D4DA49-853C-4A48-B30B-BD7497891009}">
      <dgm:prSet/>
      <dgm:spPr/>
      <dgm:t>
        <a:bodyPr/>
        <a:lstStyle/>
        <a:p>
          <a:r>
            <a:rPr lang="en-GB"/>
            <a:t>Good retrieval ≠ good answer</a:t>
          </a:r>
          <a:endParaRPr lang="en-US"/>
        </a:p>
      </dgm:t>
    </dgm:pt>
    <dgm:pt modelId="{C61404EF-2A2A-4D45-BA92-DAB62F481202}" type="parTrans" cxnId="{C756DAF1-7FD5-4D84-B77E-759BE0669D1D}">
      <dgm:prSet/>
      <dgm:spPr/>
      <dgm:t>
        <a:bodyPr/>
        <a:lstStyle/>
        <a:p>
          <a:endParaRPr lang="en-US"/>
        </a:p>
      </dgm:t>
    </dgm:pt>
    <dgm:pt modelId="{F6933FC9-EA62-4358-8DBE-CE22631243E1}" type="sibTrans" cxnId="{C756DAF1-7FD5-4D84-B77E-759BE0669D1D}">
      <dgm:prSet/>
      <dgm:spPr/>
      <dgm:t>
        <a:bodyPr/>
        <a:lstStyle/>
        <a:p>
          <a:endParaRPr lang="en-US"/>
        </a:p>
      </dgm:t>
    </dgm:pt>
    <dgm:pt modelId="{AAEF7D8A-CB87-4B3F-A97F-241E998F3150}">
      <dgm:prSet/>
      <dgm:spPr/>
      <dgm:t>
        <a:bodyPr/>
        <a:lstStyle/>
        <a:p>
          <a:r>
            <a:rPr lang="en-GB"/>
            <a:t>Good answer ≠ faithful retrieval</a:t>
          </a:r>
          <a:endParaRPr lang="en-US"/>
        </a:p>
      </dgm:t>
    </dgm:pt>
    <dgm:pt modelId="{9B795A83-2E69-48D8-BE45-EAB844B50323}" type="parTrans" cxnId="{0AFDE319-BD06-4D63-9574-D858562463FA}">
      <dgm:prSet/>
      <dgm:spPr/>
      <dgm:t>
        <a:bodyPr/>
        <a:lstStyle/>
        <a:p>
          <a:endParaRPr lang="en-US"/>
        </a:p>
      </dgm:t>
    </dgm:pt>
    <dgm:pt modelId="{E233E41D-ACC5-4A1F-9BCA-9B910DE7D390}" type="sibTrans" cxnId="{0AFDE319-BD06-4D63-9574-D858562463FA}">
      <dgm:prSet/>
      <dgm:spPr/>
      <dgm:t>
        <a:bodyPr/>
        <a:lstStyle/>
        <a:p>
          <a:endParaRPr lang="en-US"/>
        </a:p>
      </dgm:t>
    </dgm:pt>
    <dgm:pt modelId="{EA1921E4-4B21-4C46-A7F1-E352009AE863}">
      <dgm:prSet/>
      <dgm:spPr/>
      <dgm:t>
        <a:bodyPr/>
        <a:lstStyle/>
        <a:p>
          <a:r>
            <a:rPr lang="en-GB"/>
            <a:t>faithful retrieval ≠ </a:t>
          </a:r>
          <a:r>
            <a:rPr lang="en-US"/>
            <a:t>useful retrieval</a:t>
          </a:r>
        </a:p>
      </dgm:t>
    </dgm:pt>
    <dgm:pt modelId="{0B25474A-77F8-4A0C-9243-BAB2E071077C}" type="parTrans" cxnId="{02A47B8F-EDB0-4B95-BC3E-5380F767D84B}">
      <dgm:prSet/>
      <dgm:spPr/>
      <dgm:t>
        <a:bodyPr/>
        <a:lstStyle/>
        <a:p>
          <a:endParaRPr lang="en-US"/>
        </a:p>
      </dgm:t>
    </dgm:pt>
    <dgm:pt modelId="{C2940A4F-34A6-4CEF-B2EB-F29E6A3A351F}" type="sibTrans" cxnId="{02A47B8F-EDB0-4B95-BC3E-5380F767D84B}">
      <dgm:prSet/>
      <dgm:spPr/>
      <dgm:t>
        <a:bodyPr/>
        <a:lstStyle/>
        <a:p>
          <a:endParaRPr lang="en-US"/>
        </a:p>
      </dgm:t>
    </dgm:pt>
    <dgm:pt modelId="{436920B8-68A4-4527-A8C0-2A2301AF3331}" type="pres">
      <dgm:prSet presAssocID="{74D6D32D-9243-4FF8-83E1-DCFEA1EB2CD5}" presName="root" presStyleCnt="0">
        <dgm:presLayoutVars>
          <dgm:dir/>
          <dgm:resizeHandles val="exact"/>
        </dgm:presLayoutVars>
      </dgm:prSet>
      <dgm:spPr/>
    </dgm:pt>
    <dgm:pt modelId="{5AFCDED1-5856-45D3-BBFE-A5E0C53F821A}" type="pres">
      <dgm:prSet presAssocID="{FE54FACE-6B7F-4E2B-A851-367942BAD1B7}" presName="compNode" presStyleCnt="0"/>
      <dgm:spPr/>
    </dgm:pt>
    <dgm:pt modelId="{463B697B-522E-42FB-949C-C9A587EBBFBE}" type="pres">
      <dgm:prSet presAssocID="{FE54FACE-6B7F-4E2B-A851-367942BAD1B7}" presName="bgRect" presStyleLbl="bgShp" presStyleIdx="0" presStyleCnt="3"/>
      <dgm:spPr/>
    </dgm:pt>
    <dgm:pt modelId="{BFEF914F-D99D-4C75-8404-0113A198F163}" type="pres">
      <dgm:prSet presAssocID="{FE54FACE-6B7F-4E2B-A851-367942BAD1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2928FE8-430E-43FB-83FB-785D9248A6D8}" type="pres">
      <dgm:prSet presAssocID="{FE54FACE-6B7F-4E2B-A851-367942BAD1B7}" presName="spaceRect" presStyleCnt="0"/>
      <dgm:spPr/>
    </dgm:pt>
    <dgm:pt modelId="{19DBCA68-51E5-4B39-9D2D-EAB606C7D350}" type="pres">
      <dgm:prSet presAssocID="{FE54FACE-6B7F-4E2B-A851-367942BAD1B7}" presName="parTx" presStyleLbl="revTx" presStyleIdx="0" presStyleCnt="5">
        <dgm:presLayoutVars>
          <dgm:chMax val="0"/>
          <dgm:chPref val="0"/>
        </dgm:presLayoutVars>
      </dgm:prSet>
      <dgm:spPr/>
    </dgm:pt>
    <dgm:pt modelId="{8FD834A1-D3EB-4E5D-94EA-855A370EDC81}" type="pres">
      <dgm:prSet presAssocID="{A0C5FEE4-EAC5-489A-A430-4AF90C344130}" presName="sibTrans" presStyleCnt="0"/>
      <dgm:spPr/>
    </dgm:pt>
    <dgm:pt modelId="{27641E7C-481E-4A97-A2BC-D3BF00DFA667}" type="pres">
      <dgm:prSet presAssocID="{3474BB34-7867-419B-A002-39E3D3494DE4}" presName="compNode" presStyleCnt="0"/>
      <dgm:spPr/>
    </dgm:pt>
    <dgm:pt modelId="{E3A36A36-8231-4FFB-B23D-F648E72830E4}" type="pres">
      <dgm:prSet presAssocID="{3474BB34-7867-419B-A002-39E3D3494DE4}" presName="bgRect" presStyleLbl="bgShp" presStyleIdx="1" presStyleCnt="3"/>
      <dgm:spPr/>
    </dgm:pt>
    <dgm:pt modelId="{3C8BD223-95C0-4956-9D2C-AA18C1DBA4FD}" type="pres">
      <dgm:prSet presAssocID="{3474BB34-7867-419B-A002-39E3D3494D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8DF4C21-FEA7-4C80-8789-3C5A889CDAD7}" type="pres">
      <dgm:prSet presAssocID="{3474BB34-7867-419B-A002-39E3D3494DE4}" presName="spaceRect" presStyleCnt="0"/>
      <dgm:spPr/>
    </dgm:pt>
    <dgm:pt modelId="{B1056BB0-D206-4C31-BD6C-A37FBDABEF43}" type="pres">
      <dgm:prSet presAssocID="{3474BB34-7867-419B-A002-39E3D3494DE4}" presName="parTx" presStyleLbl="revTx" presStyleIdx="1" presStyleCnt="5">
        <dgm:presLayoutVars>
          <dgm:chMax val="0"/>
          <dgm:chPref val="0"/>
        </dgm:presLayoutVars>
      </dgm:prSet>
      <dgm:spPr/>
    </dgm:pt>
    <dgm:pt modelId="{83C7B98D-2B0C-439C-9973-073A0A7842CE}" type="pres">
      <dgm:prSet presAssocID="{3474BB34-7867-419B-A002-39E3D3494DE4}" presName="desTx" presStyleLbl="revTx" presStyleIdx="2" presStyleCnt="5">
        <dgm:presLayoutVars/>
      </dgm:prSet>
      <dgm:spPr/>
    </dgm:pt>
    <dgm:pt modelId="{FE58DE91-50F6-4B81-9607-0D3247D2D106}" type="pres">
      <dgm:prSet presAssocID="{400475B4-06FC-405D-AA1D-12A6AECD0C24}" presName="sibTrans" presStyleCnt="0"/>
      <dgm:spPr/>
    </dgm:pt>
    <dgm:pt modelId="{52B81C11-14E9-4959-8DD1-DD14FE97A671}" type="pres">
      <dgm:prSet presAssocID="{06EDAA51-0358-4C17-8240-E09BD5DC734D}" presName="compNode" presStyleCnt="0"/>
      <dgm:spPr/>
    </dgm:pt>
    <dgm:pt modelId="{2FABAA79-BE90-48C8-A3EB-46F6DA443A52}" type="pres">
      <dgm:prSet presAssocID="{06EDAA51-0358-4C17-8240-E09BD5DC734D}" presName="bgRect" presStyleLbl="bgShp" presStyleIdx="2" presStyleCnt="3"/>
      <dgm:spPr/>
    </dgm:pt>
    <dgm:pt modelId="{534893C1-0F52-45F0-800D-F42800D81F99}" type="pres">
      <dgm:prSet presAssocID="{06EDAA51-0358-4C17-8240-E09BD5DC73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0218D51-9383-4D51-B74C-07BE3C85B63F}" type="pres">
      <dgm:prSet presAssocID="{06EDAA51-0358-4C17-8240-E09BD5DC734D}" presName="spaceRect" presStyleCnt="0"/>
      <dgm:spPr/>
    </dgm:pt>
    <dgm:pt modelId="{D2576704-BB49-405D-8ECB-3E6C3E06EABB}" type="pres">
      <dgm:prSet presAssocID="{06EDAA51-0358-4C17-8240-E09BD5DC734D}" presName="parTx" presStyleLbl="revTx" presStyleIdx="3" presStyleCnt="5">
        <dgm:presLayoutVars>
          <dgm:chMax val="0"/>
          <dgm:chPref val="0"/>
        </dgm:presLayoutVars>
      </dgm:prSet>
      <dgm:spPr/>
    </dgm:pt>
    <dgm:pt modelId="{AC6EAAF3-5370-4A6F-A14F-4C22AC85879C}" type="pres">
      <dgm:prSet presAssocID="{06EDAA51-0358-4C17-8240-E09BD5DC734D}" presName="desTx" presStyleLbl="revTx" presStyleIdx="4" presStyleCnt="5">
        <dgm:presLayoutVars/>
      </dgm:prSet>
      <dgm:spPr/>
    </dgm:pt>
  </dgm:ptLst>
  <dgm:cxnLst>
    <dgm:cxn modelId="{0AFDE319-BD06-4D63-9574-D858562463FA}" srcId="{06EDAA51-0358-4C17-8240-E09BD5DC734D}" destId="{AAEF7D8A-CB87-4B3F-A97F-241E998F3150}" srcOrd="1" destOrd="0" parTransId="{9B795A83-2E69-48D8-BE45-EAB844B50323}" sibTransId="{E233E41D-ACC5-4A1F-9BCA-9B910DE7D390}"/>
    <dgm:cxn modelId="{68FE3727-90CC-46BF-99AC-3151D202215B}" srcId="{3474BB34-7867-419B-A002-39E3D3494DE4}" destId="{0C814A83-7699-4C21-A94F-21C3CDACCDE8}" srcOrd="1" destOrd="0" parTransId="{A14F113E-6148-403E-8342-85971C1AB215}" sibTransId="{8003DE0E-FD71-4F08-AD5F-6C0C94F171DF}"/>
    <dgm:cxn modelId="{E2913928-5711-4AC6-9916-338262B7DE0C}" type="presOf" srcId="{FF268406-5EF6-4EAD-84BB-801B66BF3207}" destId="{83C7B98D-2B0C-439C-9973-073A0A7842CE}" srcOrd="0" destOrd="0" presId="urn:microsoft.com/office/officeart/2018/2/layout/IconVerticalSolidList"/>
    <dgm:cxn modelId="{3151DD29-323B-4018-A46B-38B759079BBE}" type="presOf" srcId="{0C814A83-7699-4C21-A94F-21C3CDACCDE8}" destId="{83C7B98D-2B0C-439C-9973-073A0A7842CE}" srcOrd="0" destOrd="1" presId="urn:microsoft.com/office/officeart/2018/2/layout/IconVerticalSolidList"/>
    <dgm:cxn modelId="{FBBC3637-FD9D-4442-B323-CDE050FE6B3B}" srcId="{74D6D32D-9243-4FF8-83E1-DCFEA1EB2CD5}" destId="{FE54FACE-6B7F-4E2B-A851-367942BAD1B7}" srcOrd="0" destOrd="0" parTransId="{9631AB90-201D-4B4D-8968-BC0949EE5829}" sibTransId="{A0C5FEE4-EAC5-489A-A430-4AF90C344130}"/>
    <dgm:cxn modelId="{854E393E-3B97-49C3-B909-16DED7BC0ABA}" type="presOf" srcId="{06EDAA51-0358-4C17-8240-E09BD5DC734D}" destId="{D2576704-BB49-405D-8ECB-3E6C3E06EABB}" srcOrd="0" destOrd="0" presId="urn:microsoft.com/office/officeart/2018/2/layout/IconVerticalSolidList"/>
    <dgm:cxn modelId="{A4B13F45-9D41-416A-9511-3189F15DB721}" type="presOf" srcId="{74D6D32D-9243-4FF8-83E1-DCFEA1EB2CD5}" destId="{436920B8-68A4-4527-A8C0-2A2301AF3331}" srcOrd="0" destOrd="0" presId="urn:microsoft.com/office/officeart/2018/2/layout/IconVerticalSolidList"/>
    <dgm:cxn modelId="{AB8C3A67-E7C7-430A-9DF2-5987378AE9E4}" type="presOf" srcId="{86D4DA49-853C-4A48-B30B-BD7497891009}" destId="{AC6EAAF3-5370-4A6F-A14F-4C22AC85879C}" srcOrd="0" destOrd="0" presId="urn:microsoft.com/office/officeart/2018/2/layout/IconVerticalSolidList"/>
    <dgm:cxn modelId="{75CE1150-4D20-49EB-8D57-9C425F49F9DF}" type="presOf" srcId="{AAEF7D8A-CB87-4B3F-A97F-241E998F3150}" destId="{AC6EAAF3-5370-4A6F-A14F-4C22AC85879C}" srcOrd="0" destOrd="1" presId="urn:microsoft.com/office/officeart/2018/2/layout/IconVerticalSolidList"/>
    <dgm:cxn modelId="{4AE7A879-B7DA-451F-87CF-C8DE5EA92BC4}" srcId="{74D6D32D-9243-4FF8-83E1-DCFEA1EB2CD5}" destId="{3474BB34-7867-419B-A002-39E3D3494DE4}" srcOrd="1" destOrd="0" parTransId="{A7BB0A8C-60C1-48ED-8721-9E01AE4E291A}" sibTransId="{400475B4-06FC-405D-AA1D-12A6AECD0C24}"/>
    <dgm:cxn modelId="{02A47B8F-EDB0-4B95-BC3E-5380F767D84B}" srcId="{06EDAA51-0358-4C17-8240-E09BD5DC734D}" destId="{EA1921E4-4B21-4C46-A7F1-E352009AE863}" srcOrd="2" destOrd="0" parTransId="{0B25474A-77F8-4A0C-9243-BAB2E071077C}" sibTransId="{C2940A4F-34A6-4CEF-B2EB-F29E6A3A351F}"/>
    <dgm:cxn modelId="{0DE3A492-7DD1-43F5-BC02-97F0DC136368}" srcId="{3474BB34-7867-419B-A002-39E3D3494DE4}" destId="{FF268406-5EF6-4EAD-84BB-801B66BF3207}" srcOrd="0" destOrd="0" parTransId="{13401150-543D-45AF-A8AB-CFD0C5B39D0E}" sibTransId="{821DEFD1-9338-49D1-B62A-18F4E885BF4E}"/>
    <dgm:cxn modelId="{9009D595-FD2F-4ACB-883E-D86745A179B8}" type="presOf" srcId="{FE54FACE-6B7F-4E2B-A851-367942BAD1B7}" destId="{19DBCA68-51E5-4B39-9D2D-EAB606C7D350}" srcOrd="0" destOrd="0" presId="urn:microsoft.com/office/officeart/2018/2/layout/IconVerticalSolidList"/>
    <dgm:cxn modelId="{E14C78C2-313D-4A51-A776-58C9310413F9}" type="presOf" srcId="{3474BB34-7867-419B-A002-39E3D3494DE4}" destId="{B1056BB0-D206-4C31-BD6C-A37FBDABEF43}" srcOrd="0" destOrd="0" presId="urn:microsoft.com/office/officeart/2018/2/layout/IconVerticalSolidList"/>
    <dgm:cxn modelId="{F2B7E3CF-6FA8-4BE6-8A1A-A1D88654657F}" type="presOf" srcId="{EA1921E4-4B21-4C46-A7F1-E352009AE863}" destId="{AC6EAAF3-5370-4A6F-A14F-4C22AC85879C}" srcOrd="0" destOrd="2" presId="urn:microsoft.com/office/officeart/2018/2/layout/IconVerticalSolidList"/>
    <dgm:cxn modelId="{AB5342E7-C56E-4B26-82A6-36AAD8A4B374}" srcId="{74D6D32D-9243-4FF8-83E1-DCFEA1EB2CD5}" destId="{06EDAA51-0358-4C17-8240-E09BD5DC734D}" srcOrd="2" destOrd="0" parTransId="{B0A91FEC-4CA6-448E-851D-05CEBA80907A}" sibTransId="{A850862B-B4D7-47A5-9885-EB82AD04CB6B}"/>
    <dgm:cxn modelId="{C756DAF1-7FD5-4D84-B77E-759BE0669D1D}" srcId="{06EDAA51-0358-4C17-8240-E09BD5DC734D}" destId="{86D4DA49-853C-4A48-B30B-BD7497891009}" srcOrd="0" destOrd="0" parTransId="{C61404EF-2A2A-4D45-BA92-DAB62F481202}" sibTransId="{F6933FC9-EA62-4358-8DBE-CE22631243E1}"/>
    <dgm:cxn modelId="{0A3EE3D6-ACAB-4099-AABE-82D31A7D18CE}" type="presParOf" srcId="{436920B8-68A4-4527-A8C0-2A2301AF3331}" destId="{5AFCDED1-5856-45D3-BBFE-A5E0C53F821A}" srcOrd="0" destOrd="0" presId="urn:microsoft.com/office/officeart/2018/2/layout/IconVerticalSolidList"/>
    <dgm:cxn modelId="{872C4FA6-2892-4857-999F-C2EC3AE7871F}" type="presParOf" srcId="{5AFCDED1-5856-45D3-BBFE-A5E0C53F821A}" destId="{463B697B-522E-42FB-949C-C9A587EBBFBE}" srcOrd="0" destOrd="0" presId="urn:microsoft.com/office/officeart/2018/2/layout/IconVerticalSolidList"/>
    <dgm:cxn modelId="{DC287F4E-A119-4BA0-9040-A4B3586B91A1}" type="presParOf" srcId="{5AFCDED1-5856-45D3-BBFE-A5E0C53F821A}" destId="{BFEF914F-D99D-4C75-8404-0113A198F163}" srcOrd="1" destOrd="0" presId="urn:microsoft.com/office/officeart/2018/2/layout/IconVerticalSolidList"/>
    <dgm:cxn modelId="{3A707D11-06FD-4B3A-83E7-9844C0F9506F}" type="presParOf" srcId="{5AFCDED1-5856-45D3-BBFE-A5E0C53F821A}" destId="{C2928FE8-430E-43FB-83FB-785D9248A6D8}" srcOrd="2" destOrd="0" presId="urn:microsoft.com/office/officeart/2018/2/layout/IconVerticalSolidList"/>
    <dgm:cxn modelId="{86EE057D-D161-4067-8211-4EE5E6437311}" type="presParOf" srcId="{5AFCDED1-5856-45D3-BBFE-A5E0C53F821A}" destId="{19DBCA68-51E5-4B39-9D2D-EAB606C7D350}" srcOrd="3" destOrd="0" presId="urn:microsoft.com/office/officeart/2018/2/layout/IconVerticalSolidList"/>
    <dgm:cxn modelId="{F48E397E-D064-4586-BC00-AD194EE1E89D}" type="presParOf" srcId="{436920B8-68A4-4527-A8C0-2A2301AF3331}" destId="{8FD834A1-D3EB-4E5D-94EA-855A370EDC81}" srcOrd="1" destOrd="0" presId="urn:microsoft.com/office/officeart/2018/2/layout/IconVerticalSolidList"/>
    <dgm:cxn modelId="{FF8D9F6C-0DBC-4575-8E4E-45BC622E3971}" type="presParOf" srcId="{436920B8-68A4-4527-A8C0-2A2301AF3331}" destId="{27641E7C-481E-4A97-A2BC-D3BF00DFA667}" srcOrd="2" destOrd="0" presId="urn:microsoft.com/office/officeart/2018/2/layout/IconVerticalSolidList"/>
    <dgm:cxn modelId="{32A83C59-8CDC-4BC3-809E-26EF86428A31}" type="presParOf" srcId="{27641E7C-481E-4A97-A2BC-D3BF00DFA667}" destId="{E3A36A36-8231-4FFB-B23D-F648E72830E4}" srcOrd="0" destOrd="0" presId="urn:microsoft.com/office/officeart/2018/2/layout/IconVerticalSolidList"/>
    <dgm:cxn modelId="{7E0BFF2B-3833-4C3E-8EDA-E7A9B63FE0E4}" type="presParOf" srcId="{27641E7C-481E-4A97-A2BC-D3BF00DFA667}" destId="{3C8BD223-95C0-4956-9D2C-AA18C1DBA4FD}" srcOrd="1" destOrd="0" presId="urn:microsoft.com/office/officeart/2018/2/layout/IconVerticalSolidList"/>
    <dgm:cxn modelId="{26A0479C-797E-4CFB-85D7-C2BB03973E14}" type="presParOf" srcId="{27641E7C-481E-4A97-A2BC-D3BF00DFA667}" destId="{58DF4C21-FEA7-4C80-8789-3C5A889CDAD7}" srcOrd="2" destOrd="0" presId="urn:microsoft.com/office/officeart/2018/2/layout/IconVerticalSolidList"/>
    <dgm:cxn modelId="{3070D7A0-CBD5-4C38-AB7D-2CF0AC6DF48B}" type="presParOf" srcId="{27641E7C-481E-4A97-A2BC-D3BF00DFA667}" destId="{B1056BB0-D206-4C31-BD6C-A37FBDABEF43}" srcOrd="3" destOrd="0" presId="urn:microsoft.com/office/officeart/2018/2/layout/IconVerticalSolidList"/>
    <dgm:cxn modelId="{7C6FAABE-E232-498C-BAC0-F5D34E89BF7F}" type="presParOf" srcId="{27641E7C-481E-4A97-A2BC-D3BF00DFA667}" destId="{83C7B98D-2B0C-439C-9973-073A0A7842CE}" srcOrd="4" destOrd="0" presId="urn:microsoft.com/office/officeart/2018/2/layout/IconVerticalSolidList"/>
    <dgm:cxn modelId="{23BB3DD4-5A41-4C6D-B17E-E3C527D084F2}" type="presParOf" srcId="{436920B8-68A4-4527-A8C0-2A2301AF3331}" destId="{FE58DE91-50F6-4B81-9607-0D3247D2D106}" srcOrd="3" destOrd="0" presId="urn:microsoft.com/office/officeart/2018/2/layout/IconVerticalSolidList"/>
    <dgm:cxn modelId="{F3CFBCBC-37CD-42AE-A583-9DF7C3D73026}" type="presParOf" srcId="{436920B8-68A4-4527-A8C0-2A2301AF3331}" destId="{52B81C11-14E9-4959-8DD1-DD14FE97A671}" srcOrd="4" destOrd="0" presId="urn:microsoft.com/office/officeart/2018/2/layout/IconVerticalSolidList"/>
    <dgm:cxn modelId="{069268D9-4ECD-48E2-BF9F-60AD66AC265E}" type="presParOf" srcId="{52B81C11-14E9-4959-8DD1-DD14FE97A671}" destId="{2FABAA79-BE90-48C8-A3EB-46F6DA443A52}" srcOrd="0" destOrd="0" presId="urn:microsoft.com/office/officeart/2018/2/layout/IconVerticalSolidList"/>
    <dgm:cxn modelId="{056C23A4-400A-4A23-815B-B1B890335CD1}" type="presParOf" srcId="{52B81C11-14E9-4959-8DD1-DD14FE97A671}" destId="{534893C1-0F52-45F0-800D-F42800D81F99}" srcOrd="1" destOrd="0" presId="urn:microsoft.com/office/officeart/2018/2/layout/IconVerticalSolidList"/>
    <dgm:cxn modelId="{2D5DC255-A994-4FFB-9A22-99002A61EBBE}" type="presParOf" srcId="{52B81C11-14E9-4959-8DD1-DD14FE97A671}" destId="{10218D51-9383-4D51-B74C-07BE3C85B63F}" srcOrd="2" destOrd="0" presId="urn:microsoft.com/office/officeart/2018/2/layout/IconVerticalSolidList"/>
    <dgm:cxn modelId="{F78B848B-868A-47F7-966D-D8087018440A}" type="presParOf" srcId="{52B81C11-14E9-4959-8DD1-DD14FE97A671}" destId="{D2576704-BB49-405D-8ECB-3E6C3E06EABB}" srcOrd="3" destOrd="0" presId="urn:microsoft.com/office/officeart/2018/2/layout/IconVerticalSolidList"/>
    <dgm:cxn modelId="{F3A25C5F-B9C9-43D4-9FFF-9E65FCD45C3C}" type="presParOf" srcId="{52B81C11-14E9-4959-8DD1-DD14FE97A671}" destId="{AC6EAAF3-5370-4A6F-A14F-4C22AC8587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EA2F60-C75F-4CF6-AE2A-E5B4D73F69A5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9F1F418-ED94-4C0F-9F6C-57941442EEA5}">
      <dgm:prSet/>
      <dgm:spPr/>
      <dgm:t>
        <a:bodyPr/>
        <a:lstStyle/>
        <a:p>
          <a:r>
            <a:rPr lang="en-GB" i="1"/>
            <a:t>RAG systems fail even when retrieval metrics look good.</a:t>
          </a:r>
          <a:endParaRPr lang="en-US"/>
        </a:p>
      </dgm:t>
    </dgm:pt>
    <dgm:pt modelId="{D253E653-5166-489F-8E87-0394AC58DFB2}" type="parTrans" cxnId="{CA537943-AC6F-46E5-AD30-BCEBC2C29D15}">
      <dgm:prSet/>
      <dgm:spPr/>
      <dgm:t>
        <a:bodyPr/>
        <a:lstStyle/>
        <a:p>
          <a:endParaRPr lang="en-US"/>
        </a:p>
      </dgm:t>
    </dgm:pt>
    <dgm:pt modelId="{84F1E30F-FB8F-4EA2-9DCB-7154ADBACBC4}" type="sibTrans" cxnId="{CA537943-AC6F-46E5-AD30-BCEBC2C29D15}">
      <dgm:prSet/>
      <dgm:spPr/>
      <dgm:t>
        <a:bodyPr/>
        <a:lstStyle/>
        <a:p>
          <a:endParaRPr lang="en-US"/>
        </a:p>
      </dgm:t>
    </dgm:pt>
    <dgm:pt modelId="{F951A7B2-D05F-4359-B624-1A9E2243F638}">
      <dgm:prSet/>
      <dgm:spPr/>
      <dgm:t>
        <a:bodyPr/>
        <a:lstStyle/>
        <a:p>
          <a:r>
            <a:rPr lang="en-GB"/>
            <a:t>Introduce typical failure modes:</a:t>
          </a:r>
          <a:endParaRPr lang="en-US"/>
        </a:p>
      </dgm:t>
    </dgm:pt>
    <dgm:pt modelId="{31220B80-52C0-4AF1-805F-54A58C92CF3E}" type="parTrans" cxnId="{234D9CA7-19EE-4154-A73E-D7D2C24E9FCA}">
      <dgm:prSet/>
      <dgm:spPr/>
      <dgm:t>
        <a:bodyPr/>
        <a:lstStyle/>
        <a:p>
          <a:endParaRPr lang="en-US"/>
        </a:p>
      </dgm:t>
    </dgm:pt>
    <dgm:pt modelId="{38E0B4B9-1A10-4C2A-A976-B7006B645CD5}" type="sibTrans" cxnId="{234D9CA7-19EE-4154-A73E-D7D2C24E9FCA}">
      <dgm:prSet/>
      <dgm:spPr/>
      <dgm:t>
        <a:bodyPr/>
        <a:lstStyle/>
        <a:p>
          <a:endParaRPr lang="en-US"/>
        </a:p>
      </dgm:t>
    </dgm:pt>
    <dgm:pt modelId="{5197BC51-9975-4F55-80CA-921049051C06}">
      <dgm:prSet/>
      <dgm:spPr/>
      <dgm:t>
        <a:bodyPr/>
        <a:lstStyle/>
        <a:p>
          <a:r>
            <a:rPr lang="en-GB"/>
            <a:t>Correct docs retrieved but ignored</a:t>
          </a:r>
          <a:endParaRPr lang="en-US"/>
        </a:p>
      </dgm:t>
    </dgm:pt>
    <dgm:pt modelId="{EAB1C545-5867-4801-A1CE-9DB298B67479}" type="parTrans" cxnId="{98D4AE09-D75B-4241-82DC-E7357A3ABAF6}">
      <dgm:prSet/>
      <dgm:spPr/>
      <dgm:t>
        <a:bodyPr/>
        <a:lstStyle/>
        <a:p>
          <a:endParaRPr lang="en-US"/>
        </a:p>
      </dgm:t>
    </dgm:pt>
    <dgm:pt modelId="{00EB1178-52F3-4292-BA90-5B541811507F}" type="sibTrans" cxnId="{98D4AE09-D75B-4241-82DC-E7357A3ABAF6}">
      <dgm:prSet/>
      <dgm:spPr/>
      <dgm:t>
        <a:bodyPr/>
        <a:lstStyle/>
        <a:p>
          <a:endParaRPr lang="en-US"/>
        </a:p>
      </dgm:t>
    </dgm:pt>
    <dgm:pt modelId="{0BCF76D9-32CD-4FCB-84C1-E1ADABFB44F8}">
      <dgm:prSet/>
      <dgm:spPr/>
      <dgm:t>
        <a:bodyPr/>
        <a:lstStyle/>
        <a:p>
          <a:r>
            <a:rPr lang="en-GB"/>
            <a:t>Irrelevant docs dominating context</a:t>
          </a:r>
          <a:endParaRPr lang="en-US"/>
        </a:p>
      </dgm:t>
    </dgm:pt>
    <dgm:pt modelId="{2593D4C1-2608-44BD-9EEB-6E82BB6D7B0B}" type="parTrans" cxnId="{B2F65489-CFA8-4796-8650-54E6D36AA55F}">
      <dgm:prSet/>
      <dgm:spPr/>
      <dgm:t>
        <a:bodyPr/>
        <a:lstStyle/>
        <a:p>
          <a:endParaRPr lang="en-US"/>
        </a:p>
      </dgm:t>
    </dgm:pt>
    <dgm:pt modelId="{BA2901CD-AEAF-4BD4-AEDF-55EBB94A49FA}" type="sibTrans" cxnId="{B2F65489-CFA8-4796-8650-54E6D36AA55F}">
      <dgm:prSet/>
      <dgm:spPr/>
      <dgm:t>
        <a:bodyPr/>
        <a:lstStyle/>
        <a:p>
          <a:endParaRPr lang="en-US"/>
        </a:p>
      </dgm:t>
    </dgm:pt>
    <dgm:pt modelId="{7B6E2EDB-5293-460F-A40C-8DFF216EAFF0}">
      <dgm:prSet/>
      <dgm:spPr/>
      <dgm:t>
        <a:bodyPr/>
        <a:lstStyle/>
        <a:p>
          <a:r>
            <a:rPr lang="en-GB"/>
            <a:t>Hallucination despite evidence</a:t>
          </a:r>
          <a:endParaRPr lang="en-US"/>
        </a:p>
      </dgm:t>
    </dgm:pt>
    <dgm:pt modelId="{510245CF-3447-4F1A-9985-231809D32367}" type="parTrans" cxnId="{049276DD-FEF4-49DE-9E0D-D41E5035DE7A}">
      <dgm:prSet/>
      <dgm:spPr/>
      <dgm:t>
        <a:bodyPr/>
        <a:lstStyle/>
        <a:p>
          <a:endParaRPr lang="en-US"/>
        </a:p>
      </dgm:t>
    </dgm:pt>
    <dgm:pt modelId="{267D5F4F-6228-4345-814F-66282A1FD506}" type="sibTrans" cxnId="{049276DD-FEF4-49DE-9E0D-D41E5035DE7A}">
      <dgm:prSet/>
      <dgm:spPr/>
      <dgm:t>
        <a:bodyPr/>
        <a:lstStyle/>
        <a:p>
          <a:endParaRPr lang="en-US"/>
        </a:p>
      </dgm:t>
    </dgm:pt>
    <dgm:pt modelId="{C193ACA8-5634-49B7-A9A7-FA50A39DE21A}" type="pres">
      <dgm:prSet presAssocID="{B6EA2F60-C75F-4CF6-AE2A-E5B4D73F69A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67AA3E4-5779-4FBE-AFF2-959189A17EC1}" type="pres">
      <dgm:prSet presAssocID="{A9F1F418-ED94-4C0F-9F6C-57941442EEA5}" presName="root1" presStyleCnt="0"/>
      <dgm:spPr/>
    </dgm:pt>
    <dgm:pt modelId="{6A132AEC-3A16-4CCA-83D5-FB7D58FDBA4C}" type="pres">
      <dgm:prSet presAssocID="{A9F1F418-ED94-4C0F-9F6C-57941442EEA5}" presName="LevelOneTextNode" presStyleLbl="node0" presStyleIdx="0" presStyleCnt="2">
        <dgm:presLayoutVars>
          <dgm:chPref val="3"/>
        </dgm:presLayoutVars>
      </dgm:prSet>
      <dgm:spPr/>
    </dgm:pt>
    <dgm:pt modelId="{1982E8CC-0449-48B2-B545-4A0E64292C77}" type="pres">
      <dgm:prSet presAssocID="{A9F1F418-ED94-4C0F-9F6C-57941442EEA5}" presName="level2hierChild" presStyleCnt="0"/>
      <dgm:spPr/>
    </dgm:pt>
    <dgm:pt modelId="{C2D25929-B902-4076-89A4-0962F6521B31}" type="pres">
      <dgm:prSet presAssocID="{F951A7B2-D05F-4359-B624-1A9E2243F638}" presName="root1" presStyleCnt="0"/>
      <dgm:spPr/>
    </dgm:pt>
    <dgm:pt modelId="{0E958C4E-A571-4A39-B70D-BA69474901A6}" type="pres">
      <dgm:prSet presAssocID="{F951A7B2-D05F-4359-B624-1A9E2243F638}" presName="LevelOneTextNode" presStyleLbl="node0" presStyleIdx="1" presStyleCnt="2">
        <dgm:presLayoutVars>
          <dgm:chPref val="3"/>
        </dgm:presLayoutVars>
      </dgm:prSet>
      <dgm:spPr/>
    </dgm:pt>
    <dgm:pt modelId="{830BBA1E-EB48-4480-A094-5DF7DD2B196C}" type="pres">
      <dgm:prSet presAssocID="{F951A7B2-D05F-4359-B624-1A9E2243F638}" presName="level2hierChild" presStyleCnt="0"/>
      <dgm:spPr/>
    </dgm:pt>
    <dgm:pt modelId="{D3F9FCBF-9AF4-4C92-BE56-0E31229094D7}" type="pres">
      <dgm:prSet presAssocID="{EAB1C545-5867-4801-A1CE-9DB298B67479}" presName="conn2-1" presStyleLbl="parChTrans1D2" presStyleIdx="0" presStyleCnt="3"/>
      <dgm:spPr/>
    </dgm:pt>
    <dgm:pt modelId="{B1237000-EA3D-4043-8D10-BAE36E63380B}" type="pres">
      <dgm:prSet presAssocID="{EAB1C545-5867-4801-A1CE-9DB298B67479}" presName="connTx" presStyleLbl="parChTrans1D2" presStyleIdx="0" presStyleCnt="3"/>
      <dgm:spPr/>
    </dgm:pt>
    <dgm:pt modelId="{A4932D23-678A-4DCD-8B46-AF6933F358AC}" type="pres">
      <dgm:prSet presAssocID="{5197BC51-9975-4F55-80CA-921049051C06}" presName="root2" presStyleCnt="0"/>
      <dgm:spPr/>
    </dgm:pt>
    <dgm:pt modelId="{63843267-AB85-4947-ABC7-FAD2667B8717}" type="pres">
      <dgm:prSet presAssocID="{5197BC51-9975-4F55-80CA-921049051C06}" presName="LevelTwoTextNode" presStyleLbl="node2" presStyleIdx="0" presStyleCnt="3">
        <dgm:presLayoutVars>
          <dgm:chPref val="3"/>
        </dgm:presLayoutVars>
      </dgm:prSet>
      <dgm:spPr/>
    </dgm:pt>
    <dgm:pt modelId="{23EFD296-48CB-4933-95FE-CD6413E16088}" type="pres">
      <dgm:prSet presAssocID="{5197BC51-9975-4F55-80CA-921049051C06}" presName="level3hierChild" presStyleCnt="0"/>
      <dgm:spPr/>
    </dgm:pt>
    <dgm:pt modelId="{C6D14BCD-1082-4561-817E-14B367C0726C}" type="pres">
      <dgm:prSet presAssocID="{2593D4C1-2608-44BD-9EEB-6E82BB6D7B0B}" presName="conn2-1" presStyleLbl="parChTrans1D2" presStyleIdx="1" presStyleCnt="3"/>
      <dgm:spPr/>
    </dgm:pt>
    <dgm:pt modelId="{17832486-D63A-4521-A98F-EE58CC50AB22}" type="pres">
      <dgm:prSet presAssocID="{2593D4C1-2608-44BD-9EEB-6E82BB6D7B0B}" presName="connTx" presStyleLbl="parChTrans1D2" presStyleIdx="1" presStyleCnt="3"/>
      <dgm:spPr/>
    </dgm:pt>
    <dgm:pt modelId="{0CD216ED-A8F1-4646-A01F-8F8BCB5F7CC7}" type="pres">
      <dgm:prSet presAssocID="{0BCF76D9-32CD-4FCB-84C1-E1ADABFB44F8}" presName="root2" presStyleCnt="0"/>
      <dgm:spPr/>
    </dgm:pt>
    <dgm:pt modelId="{D5BCC035-0BE0-4CBC-A392-B1C6956F22A7}" type="pres">
      <dgm:prSet presAssocID="{0BCF76D9-32CD-4FCB-84C1-E1ADABFB44F8}" presName="LevelTwoTextNode" presStyleLbl="node2" presStyleIdx="1" presStyleCnt="3">
        <dgm:presLayoutVars>
          <dgm:chPref val="3"/>
        </dgm:presLayoutVars>
      </dgm:prSet>
      <dgm:spPr/>
    </dgm:pt>
    <dgm:pt modelId="{7FE46D8F-4A26-4426-BDBA-9ABEA637B1ED}" type="pres">
      <dgm:prSet presAssocID="{0BCF76D9-32CD-4FCB-84C1-E1ADABFB44F8}" presName="level3hierChild" presStyleCnt="0"/>
      <dgm:spPr/>
    </dgm:pt>
    <dgm:pt modelId="{F4FCCAC6-DC88-4157-A8A9-1F0C156452D4}" type="pres">
      <dgm:prSet presAssocID="{510245CF-3447-4F1A-9985-231809D32367}" presName="conn2-1" presStyleLbl="parChTrans1D2" presStyleIdx="2" presStyleCnt="3"/>
      <dgm:spPr/>
    </dgm:pt>
    <dgm:pt modelId="{A297026B-3819-494F-8939-498A13B680C4}" type="pres">
      <dgm:prSet presAssocID="{510245CF-3447-4F1A-9985-231809D32367}" presName="connTx" presStyleLbl="parChTrans1D2" presStyleIdx="2" presStyleCnt="3"/>
      <dgm:spPr/>
    </dgm:pt>
    <dgm:pt modelId="{31EF0ED5-EB26-4329-B7C0-6EBC61F15D53}" type="pres">
      <dgm:prSet presAssocID="{7B6E2EDB-5293-460F-A40C-8DFF216EAFF0}" presName="root2" presStyleCnt="0"/>
      <dgm:spPr/>
    </dgm:pt>
    <dgm:pt modelId="{1A10A38B-AA31-4D42-9DDE-44B21F025DE7}" type="pres">
      <dgm:prSet presAssocID="{7B6E2EDB-5293-460F-A40C-8DFF216EAFF0}" presName="LevelTwoTextNode" presStyleLbl="node2" presStyleIdx="2" presStyleCnt="3">
        <dgm:presLayoutVars>
          <dgm:chPref val="3"/>
        </dgm:presLayoutVars>
      </dgm:prSet>
      <dgm:spPr/>
    </dgm:pt>
    <dgm:pt modelId="{3B871BF7-3E18-426F-95D1-F872CC247E1F}" type="pres">
      <dgm:prSet presAssocID="{7B6E2EDB-5293-460F-A40C-8DFF216EAFF0}" presName="level3hierChild" presStyleCnt="0"/>
      <dgm:spPr/>
    </dgm:pt>
  </dgm:ptLst>
  <dgm:cxnLst>
    <dgm:cxn modelId="{98D4AE09-D75B-4241-82DC-E7357A3ABAF6}" srcId="{F951A7B2-D05F-4359-B624-1A9E2243F638}" destId="{5197BC51-9975-4F55-80CA-921049051C06}" srcOrd="0" destOrd="0" parTransId="{EAB1C545-5867-4801-A1CE-9DB298B67479}" sibTransId="{00EB1178-52F3-4292-BA90-5B541811507F}"/>
    <dgm:cxn modelId="{0DB8D82C-7F8E-43D9-A233-C7563FB9FD37}" type="presOf" srcId="{0BCF76D9-32CD-4FCB-84C1-E1ADABFB44F8}" destId="{D5BCC035-0BE0-4CBC-A392-B1C6956F22A7}" srcOrd="0" destOrd="0" presId="urn:microsoft.com/office/officeart/2005/8/layout/hierarchy2"/>
    <dgm:cxn modelId="{3B720B2E-ED77-4711-9CF1-D548E0E7CE09}" type="presOf" srcId="{2593D4C1-2608-44BD-9EEB-6E82BB6D7B0B}" destId="{C6D14BCD-1082-4561-817E-14B367C0726C}" srcOrd="0" destOrd="0" presId="urn:microsoft.com/office/officeart/2005/8/layout/hierarchy2"/>
    <dgm:cxn modelId="{F0FDDF2E-8C86-40F3-B4E6-A12FBCBF1CE2}" type="presOf" srcId="{2593D4C1-2608-44BD-9EEB-6E82BB6D7B0B}" destId="{17832486-D63A-4521-A98F-EE58CC50AB22}" srcOrd="1" destOrd="0" presId="urn:microsoft.com/office/officeart/2005/8/layout/hierarchy2"/>
    <dgm:cxn modelId="{D3E4F041-3A9C-4962-8010-05EA2BB84B30}" type="presOf" srcId="{EAB1C545-5867-4801-A1CE-9DB298B67479}" destId="{B1237000-EA3D-4043-8D10-BAE36E63380B}" srcOrd="1" destOrd="0" presId="urn:microsoft.com/office/officeart/2005/8/layout/hierarchy2"/>
    <dgm:cxn modelId="{CA537943-AC6F-46E5-AD30-BCEBC2C29D15}" srcId="{B6EA2F60-C75F-4CF6-AE2A-E5B4D73F69A5}" destId="{A9F1F418-ED94-4C0F-9F6C-57941442EEA5}" srcOrd="0" destOrd="0" parTransId="{D253E653-5166-489F-8E87-0394AC58DFB2}" sibTransId="{84F1E30F-FB8F-4EA2-9DCB-7154ADBACBC4}"/>
    <dgm:cxn modelId="{55E4A94E-43D3-4861-B782-331EF9D4F972}" type="presOf" srcId="{B6EA2F60-C75F-4CF6-AE2A-E5B4D73F69A5}" destId="{C193ACA8-5634-49B7-A9A7-FA50A39DE21A}" srcOrd="0" destOrd="0" presId="urn:microsoft.com/office/officeart/2005/8/layout/hierarchy2"/>
    <dgm:cxn modelId="{31A62A4F-F75B-4FB4-B377-55C12DB92909}" type="presOf" srcId="{EAB1C545-5867-4801-A1CE-9DB298B67479}" destId="{D3F9FCBF-9AF4-4C92-BE56-0E31229094D7}" srcOrd="0" destOrd="0" presId="urn:microsoft.com/office/officeart/2005/8/layout/hierarchy2"/>
    <dgm:cxn modelId="{FD86C96F-9B41-4840-9CD1-3F0F78BC61E4}" type="presOf" srcId="{F951A7B2-D05F-4359-B624-1A9E2243F638}" destId="{0E958C4E-A571-4A39-B70D-BA69474901A6}" srcOrd="0" destOrd="0" presId="urn:microsoft.com/office/officeart/2005/8/layout/hierarchy2"/>
    <dgm:cxn modelId="{B2F65489-CFA8-4796-8650-54E6D36AA55F}" srcId="{F951A7B2-D05F-4359-B624-1A9E2243F638}" destId="{0BCF76D9-32CD-4FCB-84C1-E1ADABFB44F8}" srcOrd="1" destOrd="0" parTransId="{2593D4C1-2608-44BD-9EEB-6E82BB6D7B0B}" sibTransId="{BA2901CD-AEAF-4BD4-AEDF-55EBB94A49FA}"/>
    <dgm:cxn modelId="{9C3FE8A0-BD9C-4B63-86EA-5674D17E7229}" type="presOf" srcId="{510245CF-3447-4F1A-9985-231809D32367}" destId="{A297026B-3819-494F-8939-498A13B680C4}" srcOrd="1" destOrd="0" presId="urn:microsoft.com/office/officeart/2005/8/layout/hierarchy2"/>
    <dgm:cxn modelId="{234D9CA7-19EE-4154-A73E-D7D2C24E9FCA}" srcId="{B6EA2F60-C75F-4CF6-AE2A-E5B4D73F69A5}" destId="{F951A7B2-D05F-4359-B624-1A9E2243F638}" srcOrd="1" destOrd="0" parTransId="{31220B80-52C0-4AF1-805F-54A58C92CF3E}" sibTransId="{38E0B4B9-1A10-4C2A-A976-B7006B645CD5}"/>
    <dgm:cxn modelId="{CF0087B2-A2F9-43AC-A500-BFCC74EDA6E7}" type="presOf" srcId="{7B6E2EDB-5293-460F-A40C-8DFF216EAFF0}" destId="{1A10A38B-AA31-4D42-9DDE-44B21F025DE7}" srcOrd="0" destOrd="0" presId="urn:microsoft.com/office/officeart/2005/8/layout/hierarchy2"/>
    <dgm:cxn modelId="{3A380DB6-5908-4DE9-816C-C25DF769775E}" type="presOf" srcId="{A9F1F418-ED94-4C0F-9F6C-57941442EEA5}" destId="{6A132AEC-3A16-4CCA-83D5-FB7D58FDBA4C}" srcOrd="0" destOrd="0" presId="urn:microsoft.com/office/officeart/2005/8/layout/hierarchy2"/>
    <dgm:cxn modelId="{049276DD-FEF4-49DE-9E0D-D41E5035DE7A}" srcId="{F951A7B2-D05F-4359-B624-1A9E2243F638}" destId="{7B6E2EDB-5293-460F-A40C-8DFF216EAFF0}" srcOrd="2" destOrd="0" parTransId="{510245CF-3447-4F1A-9985-231809D32367}" sibTransId="{267D5F4F-6228-4345-814F-66282A1FD506}"/>
    <dgm:cxn modelId="{0B4238DE-8E56-423E-9080-C6AC6F8D166E}" type="presOf" srcId="{5197BC51-9975-4F55-80CA-921049051C06}" destId="{63843267-AB85-4947-ABC7-FAD2667B8717}" srcOrd="0" destOrd="0" presId="urn:microsoft.com/office/officeart/2005/8/layout/hierarchy2"/>
    <dgm:cxn modelId="{27F29AEE-99C2-46F9-8CD5-6DB21A80BAF7}" type="presOf" srcId="{510245CF-3447-4F1A-9985-231809D32367}" destId="{F4FCCAC6-DC88-4157-A8A9-1F0C156452D4}" srcOrd="0" destOrd="0" presId="urn:microsoft.com/office/officeart/2005/8/layout/hierarchy2"/>
    <dgm:cxn modelId="{0566E8D1-1851-4B59-B251-01CECFC6052B}" type="presParOf" srcId="{C193ACA8-5634-49B7-A9A7-FA50A39DE21A}" destId="{C67AA3E4-5779-4FBE-AFF2-959189A17EC1}" srcOrd="0" destOrd="0" presId="urn:microsoft.com/office/officeart/2005/8/layout/hierarchy2"/>
    <dgm:cxn modelId="{9A5C2B5A-121F-4E09-9EE6-30C928129563}" type="presParOf" srcId="{C67AA3E4-5779-4FBE-AFF2-959189A17EC1}" destId="{6A132AEC-3A16-4CCA-83D5-FB7D58FDBA4C}" srcOrd="0" destOrd="0" presId="urn:microsoft.com/office/officeart/2005/8/layout/hierarchy2"/>
    <dgm:cxn modelId="{4EB66C09-976B-4D92-AFCC-CDD7CC8ACD53}" type="presParOf" srcId="{C67AA3E4-5779-4FBE-AFF2-959189A17EC1}" destId="{1982E8CC-0449-48B2-B545-4A0E64292C77}" srcOrd="1" destOrd="0" presId="urn:microsoft.com/office/officeart/2005/8/layout/hierarchy2"/>
    <dgm:cxn modelId="{470D43AB-F6CD-49FD-8A99-22FBB04AFCCF}" type="presParOf" srcId="{C193ACA8-5634-49B7-A9A7-FA50A39DE21A}" destId="{C2D25929-B902-4076-89A4-0962F6521B31}" srcOrd="1" destOrd="0" presId="urn:microsoft.com/office/officeart/2005/8/layout/hierarchy2"/>
    <dgm:cxn modelId="{2F10B17B-17EE-4C02-ACB7-2E39BFBC2234}" type="presParOf" srcId="{C2D25929-B902-4076-89A4-0962F6521B31}" destId="{0E958C4E-A571-4A39-B70D-BA69474901A6}" srcOrd="0" destOrd="0" presId="urn:microsoft.com/office/officeart/2005/8/layout/hierarchy2"/>
    <dgm:cxn modelId="{ED567B74-3060-4288-B1F7-1104CDA0C507}" type="presParOf" srcId="{C2D25929-B902-4076-89A4-0962F6521B31}" destId="{830BBA1E-EB48-4480-A094-5DF7DD2B196C}" srcOrd="1" destOrd="0" presId="urn:microsoft.com/office/officeart/2005/8/layout/hierarchy2"/>
    <dgm:cxn modelId="{639AE898-1441-455B-BFB3-05E25A57547B}" type="presParOf" srcId="{830BBA1E-EB48-4480-A094-5DF7DD2B196C}" destId="{D3F9FCBF-9AF4-4C92-BE56-0E31229094D7}" srcOrd="0" destOrd="0" presId="urn:microsoft.com/office/officeart/2005/8/layout/hierarchy2"/>
    <dgm:cxn modelId="{DB668BE4-02FF-437A-A47A-489FA07C1673}" type="presParOf" srcId="{D3F9FCBF-9AF4-4C92-BE56-0E31229094D7}" destId="{B1237000-EA3D-4043-8D10-BAE36E63380B}" srcOrd="0" destOrd="0" presId="urn:microsoft.com/office/officeart/2005/8/layout/hierarchy2"/>
    <dgm:cxn modelId="{1D343CC4-39A1-4C3B-B7A4-399C55E5CA1B}" type="presParOf" srcId="{830BBA1E-EB48-4480-A094-5DF7DD2B196C}" destId="{A4932D23-678A-4DCD-8B46-AF6933F358AC}" srcOrd="1" destOrd="0" presId="urn:microsoft.com/office/officeart/2005/8/layout/hierarchy2"/>
    <dgm:cxn modelId="{C650273A-01B0-4B8B-8097-C37727016A77}" type="presParOf" srcId="{A4932D23-678A-4DCD-8B46-AF6933F358AC}" destId="{63843267-AB85-4947-ABC7-FAD2667B8717}" srcOrd="0" destOrd="0" presId="urn:microsoft.com/office/officeart/2005/8/layout/hierarchy2"/>
    <dgm:cxn modelId="{7179A242-C4B5-4D13-8FC7-7096C7502E77}" type="presParOf" srcId="{A4932D23-678A-4DCD-8B46-AF6933F358AC}" destId="{23EFD296-48CB-4933-95FE-CD6413E16088}" srcOrd="1" destOrd="0" presId="urn:microsoft.com/office/officeart/2005/8/layout/hierarchy2"/>
    <dgm:cxn modelId="{42FF64B1-9145-4B10-B455-D0DEBE915593}" type="presParOf" srcId="{830BBA1E-EB48-4480-A094-5DF7DD2B196C}" destId="{C6D14BCD-1082-4561-817E-14B367C0726C}" srcOrd="2" destOrd="0" presId="urn:microsoft.com/office/officeart/2005/8/layout/hierarchy2"/>
    <dgm:cxn modelId="{DAE4E7D9-9438-4380-9C44-CC09394008B8}" type="presParOf" srcId="{C6D14BCD-1082-4561-817E-14B367C0726C}" destId="{17832486-D63A-4521-A98F-EE58CC50AB22}" srcOrd="0" destOrd="0" presId="urn:microsoft.com/office/officeart/2005/8/layout/hierarchy2"/>
    <dgm:cxn modelId="{B3F7B091-BA04-416C-BD7F-E50BFFEB2021}" type="presParOf" srcId="{830BBA1E-EB48-4480-A094-5DF7DD2B196C}" destId="{0CD216ED-A8F1-4646-A01F-8F8BCB5F7CC7}" srcOrd="3" destOrd="0" presId="urn:microsoft.com/office/officeart/2005/8/layout/hierarchy2"/>
    <dgm:cxn modelId="{FDB85146-445A-4821-AD20-237409786FD0}" type="presParOf" srcId="{0CD216ED-A8F1-4646-A01F-8F8BCB5F7CC7}" destId="{D5BCC035-0BE0-4CBC-A392-B1C6956F22A7}" srcOrd="0" destOrd="0" presId="urn:microsoft.com/office/officeart/2005/8/layout/hierarchy2"/>
    <dgm:cxn modelId="{6CBC7409-E0D2-4296-A645-C6AE2C195F08}" type="presParOf" srcId="{0CD216ED-A8F1-4646-A01F-8F8BCB5F7CC7}" destId="{7FE46D8F-4A26-4426-BDBA-9ABEA637B1ED}" srcOrd="1" destOrd="0" presId="urn:microsoft.com/office/officeart/2005/8/layout/hierarchy2"/>
    <dgm:cxn modelId="{D60D82B6-3498-4781-B48F-2FA81852F2CB}" type="presParOf" srcId="{830BBA1E-EB48-4480-A094-5DF7DD2B196C}" destId="{F4FCCAC6-DC88-4157-A8A9-1F0C156452D4}" srcOrd="4" destOrd="0" presId="urn:microsoft.com/office/officeart/2005/8/layout/hierarchy2"/>
    <dgm:cxn modelId="{B4716B39-5639-4373-B526-051907049099}" type="presParOf" srcId="{F4FCCAC6-DC88-4157-A8A9-1F0C156452D4}" destId="{A297026B-3819-494F-8939-498A13B680C4}" srcOrd="0" destOrd="0" presId="urn:microsoft.com/office/officeart/2005/8/layout/hierarchy2"/>
    <dgm:cxn modelId="{F59148AD-C2CA-48D6-B0AD-104E774F6248}" type="presParOf" srcId="{830BBA1E-EB48-4480-A094-5DF7DD2B196C}" destId="{31EF0ED5-EB26-4329-B7C0-6EBC61F15D53}" srcOrd="5" destOrd="0" presId="urn:microsoft.com/office/officeart/2005/8/layout/hierarchy2"/>
    <dgm:cxn modelId="{D86A8752-BC2B-496B-BD56-0A18B48BD193}" type="presParOf" srcId="{31EF0ED5-EB26-4329-B7C0-6EBC61F15D53}" destId="{1A10A38B-AA31-4D42-9DDE-44B21F025DE7}" srcOrd="0" destOrd="0" presId="urn:microsoft.com/office/officeart/2005/8/layout/hierarchy2"/>
    <dgm:cxn modelId="{6D807A7A-666D-4384-8099-068AEC7125D9}" type="presParOf" srcId="{31EF0ED5-EB26-4329-B7C0-6EBC61F15D53}" destId="{3B871BF7-3E18-426F-95D1-F872CC247E1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658416-7F14-44BB-8684-66C105191B9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79629A-C88F-4410-89EE-05EFE626627F}">
      <dgm:prSet/>
      <dgm:spPr/>
      <dgm:t>
        <a:bodyPr/>
        <a:lstStyle/>
        <a:p>
          <a:r>
            <a:rPr lang="en-GB"/>
            <a:t>How Can an LLM Be Wrong When the Right Documents Are Present?</a:t>
          </a:r>
          <a:endParaRPr lang="en-US"/>
        </a:p>
      </dgm:t>
    </dgm:pt>
    <dgm:pt modelId="{1A19C512-E894-493C-86CE-E36835F33BF1}" type="parTrans" cxnId="{709BD425-791A-4EFA-A188-2DA3326BF8D7}">
      <dgm:prSet/>
      <dgm:spPr/>
      <dgm:t>
        <a:bodyPr/>
        <a:lstStyle/>
        <a:p>
          <a:endParaRPr lang="en-US"/>
        </a:p>
      </dgm:t>
    </dgm:pt>
    <dgm:pt modelId="{8E76D0BC-F1F9-4143-A759-89DA2A88BE81}" type="sibTrans" cxnId="{709BD425-791A-4EFA-A188-2DA3326BF8D7}">
      <dgm:prSet/>
      <dgm:spPr/>
      <dgm:t>
        <a:bodyPr/>
        <a:lstStyle/>
        <a:p>
          <a:endParaRPr lang="en-US"/>
        </a:p>
      </dgm:t>
    </dgm:pt>
    <dgm:pt modelId="{3B7C83F7-8008-46DF-9511-3F0E1F555E47}">
      <dgm:prSet/>
      <dgm:spPr/>
      <dgm:t>
        <a:bodyPr/>
        <a:lstStyle/>
        <a:p>
          <a:r>
            <a:rPr lang="en-GB" b="1"/>
            <a:t>Example query: </a:t>
          </a:r>
          <a:r>
            <a:rPr lang="en-GB" i="1"/>
            <a:t>“Does vitamin C prevent the common cold?”</a:t>
          </a:r>
          <a:endParaRPr lang="en-US"/>
        </a:p>
      </dgm:t>
    </dgm:pt>
    <dgm:pt modelId="{F17E8182-658E-46B9-A415-53932B5DB07F}" type="parTrans" cxnId="{9DEFA0CF-7C86-4013-8F65-E880FD74BDF2}">
      <dgm:prSet/>
      <dgm:spPr/>
      <dgm:t>
        <a:bodyPr/>
        <a:lstStyle/>
        <a:p>
          <a:endParaRPr lang="en-US"/>
        </a:p>
      </dgm:t>
    </dgm:pt>
    <dgm:pt modelId="{6E489DDB-523E-4D84-B723-A710AC5A0A6D}" type="sibTrans" cxnId="{9DEFA0CF-7C86-4013-8F65-E880FD74BDF2}">
      <dgm:prSet/>
      <dgm:spPr/>
      <dgm:t>
        <a:bodyPr/>
        <a:lstStyle/>
        <a:p>
          <a:endParaRPr lang="en-US"/>
        </a:p>
      </dgm:t>
    </dgm:pt>
    <dgm:pt modelId="{DBC99309-47A2-4DD0-BBF2-F3DDAB1550E6}">
      <dgm:prSet/>
      <dgm:spPr/>
      <dgm:t>
        <a:bodyPr/>
        <a:lstStyle/>
        <a:p>
          <a:r>
            <a:rPr lang="en-GB"/>
            <a:t>The system is a </a:t>
          </a:r>
          <a:r>
            <a:rPr lang="en-GB" b="1"/>
            <a:t>RAG-based QA assistant</a:t>
          </a:r>
          <a:r>
            <a:rPr lang="en-GB"/>
            <a:t>.</a:t>
          </a:r>
          <a:endParaRPr lang="en-US"/>
        </a:p>
      </dgm:t>
    </dgm:pt>
    <dgm:pt modelId="{7496B0C4-60C4-4A68-AB90-ECCEB80F7B72}" type="parTrans" cxnId="{7E65084F-F8FB-43C8-91FD-79A637D1B57A}">
      <dgm:prSet/>
      <dgm:spPr/>
      <dgm:t>
        <a:bodyPr/>
        <a:lstStyle/>
        <a:p>
          <a:endParaRPr lang="en-US"/>
        </a:p>
      </dgm:t>
    </dgm:pt>
    <dgm:pt modelId="{95672E2A-75A5-4448-BFFF-C83BA33A3EDE}" type="sibTrans" cxnId="{7E65084F-F8FB-43C8-91FD-79A637D1B57A}">
      <dgm:prSet/>
      <dgm:spPr/>
      <dgm:t>
        <a:bodyPr/>
        <a:lstStyle/>
        <a:p>
          <a:endParaRPr lang="en-US"/>
        </a:p>
      </dgm:t>
    </dgm:pt>
    <dgm:pt modelId="{C9E2A3D9-EA7A-4DFE-A5DE-187EB493A9F7}">
      <dgm:prSet/>
      <dgm:spPr/>
      <dgm:t>
        <a:bodyPr/>
        <a:lstStyle/>
        <a:p>
          <a:r>
            <a:rPr lang="en-GB"/>
            <a:t>Let us say how this assistant performed?</a:t>
          </a:r>
          <a:endParaRPr lang="en-US"/>
        </a:p>
      </dgm:t>
    </dgm:pt>
    <dgm:pt modelId="{6B6E5F8B-0799-4E51-9733-DC3E531051A5}" type="parTrans" cxnId="{D8B123BC-E81B-4223-8238-7AD8DE3B249D}">
      <dgm:prSet/>
      <dgm:spPr/>
      <dgm:t>
        <a:bodyPr/>
        <a:lstStyle/>
        <a:p>
          <a:endParaRPr lang="en-US"/>
        </a:p>
      </dgm:t>
    </dgm:pt>
    <dgm:pt modelId="{4589D152-76FD-4CD8-B0E6-D07CA1145436}" type="sibTrans" cxnId="{D8B123BC-E81B-4223-8238-7AD8DE3B249D}">
      <dgm:prSet/>
      <dgm:spPr/>
      <dgm:t>
        <a:bodyPr/>
        <a:lstStyle/>
        <a:p>
          <a:endParaRPr lang="en-US"/>
        </a:p>
      </dgm:t>
    </dgm:pt>
    <dgm:pt modelId="{C59C3D9B-66FA-4913-AC67-78BFB8C9F8CC}" type="pres">
      <dgm:prSet presAssocID="{80658416-7F14-44BB-8684-66C105191B94}" presName="vert0" presStyleCnt="0">
        <dgm:presLayoutVars>
          <dgm:dir/>
          <dgm:animOne val="branch"/>
          <dgm:animLvl val="lvl"/>
        </dgm:presLayoutVars>
      </dgm:prSet>
      <dgm:spPr/>
    </dgm:pt>
    <dgm:pt modelId="{E2C9C2FD-679E-4802-B3AB-E5AAC733230B}" type="pres">
      <dgm:prSet presAssocID="{7879629A-C88F-4410-89EE-05EFE626627F}" presName="thickLine" presStyleLbl="alignNode1" presStyleIdx="0" presStyleCnt="4"/>
      <dgm:spPr/>
    </dgm:pt>
    <dgm:pt modelId="{09C65924-DB5F-45B6-A810-6B5E290D7347}" type="pres">
      <dgm:prSet presAssocID="{7879629A-C88F-4410-89EE-05EFE626627F}" presName="horz1" presStyleCnt="0"/>
      <dgm:spPr/>
    </dgm:pt>
    <dgm:pt modelId="{3FB749A4-C2EC-4BEA-A3F8-3F79A037CC5C}" type="pres">
      <dgm:prSet presAssocID="{7879629A-C88F-4410-89EE-05EFE626627F}" presName="tx1" presStyleLbl="revTx" presStyleIdx="0" presStyleCnt="4"/>
      <dgm:spPr/>
    </dgm:pt>
    <dgm:pt modelId="{05A66363-7191-4B8A-90D0-F799FC19C6BB}" type="pres">
      <dgm:prSet presAssocID="{7879629A-C88F-4410-89EE-05EFE626627F}" presName="vert1" presStyleCnt="0"/>
      <dgm:spPr/>
    </dgm:pt>
    <dgm:pt modelId="{42DD4CD3-3753-4D7B-BED9-E8EC3488E65D}" type="pres">
      <dgm:prSet presAssocID="{3B7C83F7-8008-46DF-9511-3F0E1F555E47}" presName="thickLine" presStyleLbl="alignNode1" presStyleIdx="1" presStyleCnt="4"/>
      <dgm:spPr/>
    </dgm:pt>
    <dgm:pt modelId="{634AC42E-D32E-4000-8B70-77CC337031A4}" type="pres">
      <dgm:prSet presAssocID="{3B7C83F7-8008-46DF-9511-3F0E1F555E47}" presName="horz1" presStyleCnt="0"/>
      <dgm:spPr/>
    </dgm:pt>
    <dgm:pt modelId="{8BDA4C47-38F5-45C4-BA2A-F1D6AB9075C8}" type="pres">
      <dgm:prSet presAssocID="{3B7C83F7-8008-46DF-9511-3F0E1F555E47}" presName="tx1" presStyleLbl="revTx" presStyleIdx="1" presStyleCnt="4"/>
      <dgm:spPr/>
    </dgm:pt>
    <dgm:pt modelId="{C85A897B-8FF9-4019-868B-5F954B23050E}" type="pres">
      <dgm:prSet presAssocID="{3B7C83F7-8008-46DF-9511-3F0E1F555E47}" presName="vert1" presStyleCnt="0"/>
      <dgm:spPr/>
    </dgm:pt>
    <dgm:pt modelId="{00643169-2E2A-44F2-AC39-EB5886963FC2}" type="pres">
      <dgm:prSet presAssocID="{DBC99309-47A2-4DD0-BBF2-F3DDAB1550E6}" presName="thickLine" presStyleLbl="alignNode1" presStyleIdx="2" presStyleCnt="4"/>
      <dgm:spPr/>
    </dgm:pt>
    <dgm:pt modelId="{F37239AC-65CB-4718-8A8E-E025152BEEF2}" type="pres">
      <dgm:prSet presAssocID="{DBC99309-47A2-4DD0-BBF2-F3DDAB1550E6}" presName="horz1" presStyleCnt="0"/>
      <dgm:spPr/>
    </dgm:pt>
    <dgm:pt modelId="{28FF8375-C63C-40C2-B95D-2EE610BC84C5}" type="pres">
      <dgm:prSet presAssocID="{DBC99309-47A2-4DD0-BBF2-F3DDAB1550E6}" presName="tx1" presStyleLbl="revTx" presStyleIdx="2" presStyleCnt="4"/>
      <dgm:spPr/>
    </dgm:pt>
    <dgm:pt modelId="{58DF472D-3CEC-42C0-AF42-580D3FCA1995}" type="pres">
      <dgm:prSet presAssocID="{DBC99309-47A2-4DD0-BBF2-F3DDAB1550E6}" presName="vert1" presStyleCnt="0"/>
      <dgm:spPr/>
    </dgm:pt>
    <dgm:pt modelId="{DDA7B6CE-B29A-4075-BD01-0D97FAB8ACBD}" type="pres">
      <dgm:prSet presAssocID="{C9E2A3D9-EA7A-4DFE-A5DE-187EB493A9F7}" presName="thickLine" presStyleLbl="alignNode1" presStyleIdx="3" presStyleCnt="4"/>
      <dgm:spPr/>
    </dgm:pt>
    <dgm:pt modelId="{ED4C82C1-D0D5-40CF-B008-A301D2B0D77D}" type="pres">
      <dgm:prSet presAssocID="{C9E2A3D9-EA7A-4DFE-A5DE-187EB493A9F7}" presName="horz1" presStyleCnt="0"/>
      <dgm:spPr/>
    </dgm:pt>
    <dgm:pt modelId="{CE9826B1-3108-41BE-B27A-E983957D3B5C}" type="pres">
      <dgm:prSet presAssocID="{C9E2A3D9-EA7A-4DFE-A5DE-187EB493A9F7}" presName="tx1" presStyleLbl="revTx" presStyleIdx="3" presStyleCnt="4"/>
      <dgm:spPr/>
    </dgm:pt>
    <dgm:pt modelId="{0F9873F4-2ADC-4904-825E-987B3939F669}" type="pres">
      <dgm:prSet presAssocID="{C9E2A3D9-EA7A-4DFE-A5DE-187EB493A9F7}" presName="vert1" presStyleCnt="0"/>
      <dgm:spPr/>
    </dgm:pt>
  </dgm:ptLst>
  <dgm:cxnLst>
    <dgm:cxn modelId="{709BD425-791A-4EFA-A188-2DA3326BF8D7}" srcId="{80658416-7F14-44BB-8684-66C105191B94}" destId="{7879629A-C88F-4410-89EE-05EFE626627F}" srcOrd="0" destOrd="0" parTransId="{1A19C512-E894-493C-86CE-E36835F33BF1}" sibTransId="{8E76D0BC-F1F9-4143-A759-89DA2A88BE81}"/>
    <dgm:cxn modelId="{A89DBC30-B890-4ED7-AB32-FB3225D8712C}" type="presOf" srcId="{3B7C83F7-8008-46DF-9511-3F0E1F555E47}" destId="{8BDA4C47-38F5-45C4-BA2A-F1D6AB9075C8}" srcOrd="0" destOrd="0" presId="urn:microsoft.com/office/officeart/2008/layout/LinedList"/>
    <dgm:cxn modelId="{FB986360-30A9-4104-B5D2-4B78275234E9}" type="presOf" srcId="{C9E2A3D9-EA7A-4DFE-A5DE-187EB493A9F7}" destId="{CE9826B1-3108-41BE-B27A-E983957D3B5C}" srcOrd="0" destOrd="0" presId="urn:microsoft.com/office/officeart/2008/layout/LinedList"/>
    <dgm:cxn modelId="{7E65084F-F8FB-43C8-91FD-79A637D1B57A}" srcId="{80658416-7F14-44BB-8684-66C105191B94}" destId="{DBC99309-47A2-4DD0-BBF2-F3DDAB1550E6}" srcOrd="2" destOrd="0" parTransId="{7496B0C4-60C4-4A68-AB90-ECCEB80F7B72}" sibTransId="{95672E2A-75A5-4448-BFFF-C83BA33A3EDE}"/>
    <dgm:cxn modelId="{A881F1A0-5E5F-4477-ACCB-063120A98D89}" type="presOf" srcId="{80658416-7F14-44BB-8684-66C105191B94}" destId="{C59C3D9B-66FA-4913-AC67-78BFB8C9F8CC}" srcOrd="0" destOrd="0" presId="urn:microsoft.com/office/officeart/2008/layout/LinedList"/>
    <dgm:cxn modelId="{D8B123BC-E81B-4223-8238-7AD8DE3B249D}" srcId="{80658416-7F14-44BB-8684-66C105191B94}" destId="{C9E2A3D9-EA7A-4DFE-A5DE-187EB493A9F7}" srcOrd="3" destOrd="0" parTransId="{6B6E5F8B-0799-4E51-9733-DC3E531051A5}" sibTransId="{4589D152-76FD-4CD8-B0E6-D07CA1145436}"/>
    <dgm:cxn modelId="{6D32E2C3-7FAA-40DA-89F8-265B0A5AD715}" type="presOf" srcId="{7879629A-C88F-4410-89EE-05EFE626627F}" destId="{3FB749A4-C2EC-4BEA-A3F8-3F79A037CC5C}" srcOrd="0" destOrd="0" presId="urn:microsoft.com/office/officeart/2008/layout/LinedList"/>
    <dgm:cxn modelId="{8EAD69CE-8074-4ED5-AAA8-D750501DAC7D}" type="presOf" srcId="{DBC99309-47A2-4DD0-BBF2-F3DDAB1550E6}" destId="{28FF8375-C63C-40C2-B95D-2EE610BC84C5}" srcOrd="0" destOrd="0" presId="urn:microsoft.com/office/officeart/2008/layout/LinedList"/>
    <dgm:cxn modelId="{9DEFA0CF-7C86-4013-8F65-E880FD74BDF2}" srcId="{80658416-7F14-44BB-8684-66C105191B94}" destId="{3B7C83F7-8008-46DF-9511-3F0E1F555E47}" srcOrd="1" destOrd="0" parTransId="{F17E8182-658E-46B9-A415-53932B5DB07F}" sibTransId="{6E489DDB-523E-4D84-B723-A710AC5A0A6D}"/>
    <dgm:cxn modelId="{36C37D9F-89E4-4574-B927-C64AFA2501A9}" type="presParOf" srcId="{C59C3D9B-66FA-4913-AC67-78BFB8C9F8CC}" destId="{E2C9C2FD-679E-4802-B3AB-E5AAC733230B}" srcOrd="0" destOrd="0" presId="urn:microsoft.com/office/officeart/2008/layout/LinedList"/>
    <dgm:cxn modelId="{3A22627F-CB78-4B85-8DA1-864002FEBF11}" type="presParOf" srcId="{C59C3D9B-66FA-4913-AC67-78BFB8C9F8CC}" destId="{09C65924-DB5F-45B6-A810-6B5E290D7347}" srcOrd="1" destOrd="0" presId="urn:microsoft.com/office/officeart/2008/layout/LinedList"/>
    <dgm:cxn modelId="{CBA6B019-3CEA-4243-BC9E-ACDF3AF19BDC}" type="presParOf" srcId="{09C65924-DB5F-45B6-A810-6B5E290D7347}" destId="{3FB749A4-C2EC-4BEA-A3F8-3F79A037CC5C}" srcOrd="0" destOrd="0" presId="urn:microsoft.com/office/officeart/2008/layout/LinedList"/>
    <dgm:cxn modelId="{7E3F66AC-E92D-4275-B708-DCE2DF4D1AC4}" type="presParOf" srcId="{09C65924-DB5F-45B6-A810-6B5E290D7347}" destId="{05A66363-7191-4B8A-90D0-F799FC19C6BB}" srcOrd="1" destOrd="0" presId="urn:microsoft.com/office/officeart/2008/layout/LinedList"/>
    <dgm:cxn modelId="{075FF74A-87CE-4016-B54B-78A311F615AF}" type="presParOf" srcId="{C59C3D9B-66FA-4913-AC67-78BFB8C9F8CC}" destId="{42DD4CD3-3753-4D7B-BED9-E8EC3488E65D}" srcOrd="2" destOrd="0" presId="urn:microsoft.com/office/officeart/2008/layout/LinedList"/>
    <dgm:cxn modelId="{C980B987-3C39-4CCE-9AC5-734954395907}" type="presParOf" srcId="{C59C3D9B-66FA-4913-AC67-78BFB8C9F8CC}" destId="{634AC42E-D32E-4000-8B70-77CC337031A4}" srcOrd="3" destOrd="0" presId="urn:microsoft.com/office/officeart/2008/layout/LinedList"/>
    <dgm:cxn modelId="{E5998AA5-E8B9-4CE0-9713-46B7A508EA2A}" type="presParOf" srcId="{634AC42E-D32E-4000-8B70-77CC337031A4}" destId="{8BDA4C47-38F5-45C4-BA2A-F1D6AB9075C8}" srcOrd="0" destOrd="0" presId="urn:microsoft.com/office/officeart/2008/layout/LinedList"/>
    <dgm:cxn modelId="{A593846E-B426-4012-B43B-92782DC9B166}" type="presParOf" srcId="{634AC42E-D32E-4000-8B70-77CC337031A4}" destId="{C85A897B-8FF9-4019-868B-5F954B23050E}" srcOrd="1" destOrd="0" presId="urn:microsoft.com/office/officeart/2008/layout/LinedList"/>
    <dgm:cxn modelId="{CD4922ED-3B14-4144-86DE-5BA176914520}" type="presParOf" srcId="{C59C3D9B-66FA-4913-AC67-78BFB8C9F8CC}" destId="{00643169-2E2A-44F2-AC39-EB5886963FC2}" srcOrd="4" destOrd="0" presId="urn:microsoft.com/office/officeart/2008/layout/LinedList"/>
    <dgm:cxn modelId="{CD245203-BC14-4FF5-B441-AACC959A7EA0}" type="presParOf" srcId="{C59C3D9B-66FA-4913-AC67-78BFB8C9F8CC}" destId="{F37239AC-65CB-4718-8A8E-E025152BEEF2}" srcOrd="5" destOrd="0" presId="urn:microsoft.com/office/officeart/2008/layout/LinedList"/>
    <dgm:cxn modelId="{1FE7B83F-7463-43AD-A28D-8034BBDC3C0D}" type="presParOf" srcId="{F37239AC-65CB-4718-8A8E-E025152BEEF2}" destId="{28FF8375-C63C-40C2-B95D-2EE610BC84C5}" srcOrd="0" destOrd="0" presId="urn:microsoft.com/office/officeart/2008/layout/LinedList"/>
    <dgm:cxn modelId="{A382E343-FE37-4113-918C-4DF0DF609AE8}" type="presParOf" srcId="{F37239AC-65CB-4718-8A8E-E025152BEEF2}" destId="{58DF472D-3CEC-42C0-AF42-580D3FCA1995}" srcOrd="1" destOrd="0" presId="urn:microsoft.com/office/officeart/2008/layout/LinedList"/>
    <dgm:cxn modelId="{FDF6735B-3A4A-489D-9604-7AB90D97696E}" type="presParOf" srcId="{C59C3D9B-66FA-4913-AC67-78BFB8C9F8CC}" destId="{DDA7B6CE-B29A-4075-BD01-0D97FAB8ACBD}" srcOrd="6" destOrd="0" presId="urn:microsoft.com/office/officeart/2008/layout/LinedList"/>
    <dgm:cxn modelId="{7EB3DB52-3672-4ADC-BD68-1A6EE2CC4D85}" type="presParOf" srcId="{C59C3D9B-66FA-4913-AC67-78BFB8C9F8CC}" destId="{ED4C82C1-D0D5-40CF-B008-A301D2B0D77D}" srcOrd="7" destOrd="0" presId="urn:microsoft.com/office/officeart/2008/layout/LinedList"/>
    <dgm:cxn modelId="{67DD0E71-548C-4804-8C09-D87F3AD1F617}" type="presParOf" srcId="{ED4C82C1-D0D5-40CF-B008-A301D2B0D77D}" destId="{CE9826B1-3108-41BE-B27A-E983957D3B5C}" srcOrd="0" destOrd="0" presId="urn:microsoft.com/office/officeart/2008/layout/LinedList"/>
    <dgm:cxn modelId="{95B304DD-360D-4198-BA05-B709C1FFA3FE}" type="presParOf" srcId="{ED4C82C1-D0D5-40CF-B008-A301D2B0D77D}" destId="{0F9873F4-2ADC-4904-825E-987B3939F6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CE0FE0-D41A-4428-8188-1273226163B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3283F57-1051-4B42-9197-78D9AF54CB87}">
      <dgm:prSet/>
      <dgm:spPr/>
      <dgm:t>
        <a:bodyPr/>
        <a:lstStyle/>
        <a:p>
          <a:r>
            <a:rPr lang="en-GB" b="1" dirty="0"/>
            <a:t>Step 1 Retrieval (Correct and Faithful)</a:t>
          </a:r>
          <a:endParaRPr lang="en-US" dirty="0"/>
        </a:p>
      </dgm:t>
    </dgm:pt>
    <dgm:pt modelId="{3BBBAF94-4F3A-4BC9-B9D7-FD906EE39BAA}" type="parTrans" cxnId="{AC2B0509-4333-4F4D-98E3-22221B639C28}">
      <dgm:prSet/>
      <dgm:spPr/>
      <dgm:t>
        <a:bodyPr/>
        <a:lstStyle/>
        <a:p>
          <a:endParaRPr lang="en-US"/>
        </a:p>
      </dgm:t>
    </dgm:pt>
    <dgm:pt modelId="{3D6EFD2E-30B4-4E19-9A94-5F8FBB20A78C}" type="sibTrans" cxnId="{AC2B0509-4333-4F4D-98E3-22221B639C28}">
      <dgm:prSet/>
      <dgm:spPr/>
      <dgm:t>
        <a:bodyPr/>
        <a:lstStyle/>
        <a:p>
          <a:endParaRPr lang="en-US"/>
        </a:p>
      </dgm:t>
    </dgm:pt>
    <dgm:pt modelId="{481A6BF9-640E-4F31-B96C-D8BC52D98E1B}">
      <dgm:prSet/>
      <dgm:spPr/>
      <dgm:t>
        <a:bodyPr/>
        <a:lstStyle/>
        <a:p>
          <a:r>
            <a:rPr lang="en-GB"/>
            <a:t>The retriever returns:</a:t>
          </a:r>
          <a:endParaRPr lang="en-US"/>
        </a:p>
      </dgm:t>
    </dgm:pt>
    <dgm:pt modelId="{8709BFA8-A42D-473B-B6C0-18F0654CE598}" type="parTrans" cxnId="{98A30D98-08C4-4E89-AE13-BAE8FA3EC704}">
      <dgm:prSet/>
      <dgm:spPr/>
      <dgm:t>
        <a:bodyPr/>
        <a:lstStyle/>
        <a:p>
          <a:endParaRPr lang="en-US"/>
        </a:p>
      </dgm:t>
    </dgm:pt>
    <dgm:pt modelId="{E779930B-9F4A-478D-9F6F-21393ABA85A5}" type="sibTrans" cxnId="{98A30D98-08C4-4E89-AE13-BAE8FA3EC704}">
      <dgm:prSet/>
      <dgm:spPr/>
      <dgm:t>
        <a:bodyPr/>
        <a:lstStyle/>
        <a:p>
          <a:endParaRPr lang="en-US"/>
        </a:p>
      </dgm:t>
    </dgm:pt>
    <dgm:pt modelId="{B95F7FD4-1B1E-4FE2-B967-D9295BF1A66D}">
      <dgm:prSet/>
      <dgm:spPr/>
      <dgm:t>
        <a:bodyPr/>
        <a:lstStyle/>
        <a:p>
          <a:r>
            <a:rPr lang="en-GB" b="1"/>
            <a:t>Cochrane Review (2013)</a:t>
          </a:r>
          <a:endParaRPr lang="en-US"/>
        </a:p>
      </dgm:t>
    </dgm:pt>
    <dgm:pt modelId="{AE503540-C7E9-46E0-9AB1-D011CF732ACC}" type="parTrans" cxnId="{A8CB4A5D-CBF6-46E3-9A96-C342015A3961}">
      <dgm:prSet/>
      <dgm:spPr/>
      <dgm:t>
        <a:bodyPr/>
        <a:lstStyle/>
        <a:p>
          <a:endParaRPr lang="en-US"/>
        </a:p>
      </dgm:t>
    </dgm:pt>
    <dgm:pt modelId="{7482E2ED-9F9F-4C90-BB9A-ADA57FEBEA53}" type="sibTrans" cxnId="{A8CB4A5D-CBF6-46E3-9A96-C342015A3961}">
      <dgm:prSet/>
      <dgm:spPr/>
      <dgm:t>
        <a:bodyPr/>
        <a:lstStyle/>
        <a:p>
          <a:endParaRPr lang="en-US"/>
        </a:p>
      </dgm:t>
    </dgm:pt>
    <dgm:pt modelId="{EDD77FD1-1524-4178-91F3-793C22DE59AB}">
      <dgm:prSet/>
      <dgm:spPr/>
      <dgm:t>
        <a:bodyPr/>
        <a:lstStyle/>
        <a:p>
          <a:r>
            <a:rPr lang="en-GB"/>
            <a:t>“Vitamin C does not reduce the incidence of the common cold in the general population.”</a:t>
          </a:r>
          <a:endParaRPr lang="en-US"/>
        </a:p>
      </dgm:t>
    </dgm:pt>
    <dgm:pt modelId="{D24F54AE-7B36-4530-8D2E-2998D374EA04}" type="parTrans" cxnId="{C931E5E3-130D-44EA-8C7A-E0A719AE591B}">
      <dgm:prSet/>
      <dgm:spPr/>
      <dgm:t>
        <a:bodyPr/>
        <a:lstStyle/>
        <a:p>
          <a:endParaRPr lang="en-US"/>
        </a:p>
      </dgm:t>
    </dgm:pt>
    <dgm:pt modelId="{6C8EE0BB-3D6E-49DD-B946-0506CCE90795}" type="sibTrans" cxnId="{C931E5E3-130D-44EA-8C7A-E0A719AE591B}">
      <dgm:prSet/>
      <dgm:spPr/>
      <dgm:t>
        <a:bodyPr/>
        <a:lstStyle/>
        <a:p>
          <a:endParaRPr lang="en-US"/>
        </a:p>
      </dgm:t>
    </dgm:pt>
    <dgm:pt modelId="{A1923CAE-15AC-4449-812F-9C8AA660E7A3}">
      <dgm:prSet/>
      <dgm:spPr/>
      <dgm:t>
        <a:bodyPr/>
        <a:lstStyle/>
        <a:p>
          <a:r>
            <a:rPr lang="en-GB" b="1"/>
            <a:t>Meta-analysis (BMJ)</a:t>
          </a:r>
          <a:endParaRPr lang="en-US"/>
        </a:p>
      </dgm:t>
    </dgm:pt>
    <dgm:pt modelId="{789718FC-8DA6-42FA-A93D-4170DED2FF6C}" type="parTrans" cxnId="{9C32ECED-4680-4D7A-94C4-674028519AE3}">
      <dgm:prSet/>
      <dgm:spPr/>
      <dgm:t>
        <a:bodyPr/>
        <a:lstStyle/>
        <a:p>
          <a:endParaRPr lang="en-US"/>
        </a:p>
      </dgm:t>
    </dgm:pt>
    <dgm:pt modelId="{96212DEA-4ED7-46CA-A577-EFC184506069}" type="sibTrans" cxnId="{9C32ECED-4680-4D7A-94C4-674028519AE3}">
      <dgm:prSet/>
      <dgm:spPr/>
      <dgm:t>
        <a:bodyPr/>
        <a:lstStyle/>
        <a:p>
          <a:endParaRPr lang="en-US"/>
        </a:p>
      </dgm:t>
    </dgm:pt>
    <dgm:pt modelId="{B8FBB4DB-70EA-42E7-8D16-3CA13B21DAC4}">
      <dgm:prSet/>
      <dgm:spPr/>
      <dgm:t>
        <a:bodyPr/>
        <a:lstStyle/>
        <a:p>
          <a:r>
            <a:rPr lang="en-GB"/>
            <a:t>“Routine vitamin C supplementation shows no preventive effect.”</a:t>
          </a:r>
          <a:endParaRPr lang="en-US"/>
        </a:p>
      </dgm:t>
    </dgm:pt>
    <dgm:pt modelId="{0A3A34A4-3087-4632-A238-07899FDA5322}" type="parTrans" cxnId="{04F22468-FC43-40D8-A06E-B1AC263F303B}">
      <dgm:prSet/>
      <dgm:spPr/>
      <dgm:t>
        <a:bodyPr/>
        <a:lstStyle/>
        <a:p>
          <a:endParaRPr lang="en-US"/>
        </a:p>
      </dgm:t>
    </dgm:pt>
    <dgm:pt modelId="{4E436893-AF10-4B2B-A004-DC3E71694A9F}" type="sibTrans" cxnId="{04F22468-FC43-40D8-A06E-B1AC263F303B}">
      <dgm:prSet/>
      <dgm:spPr/>
      <dgm:t>
        <a:bodyPr/>
        <a:lstStyle/>
        <a:p>
          <a:endParaRPr lang="en-US"/>
        </a:p>
      </dgm:t>
    </dgm:pt>
    <dgm:pt modelId="{2C6609C1-AF9F-4F5E-BE10-E05A4785376F}">
      <dgm:prSet/>
      <dgm:spPr/>
      <dgm:t>
        <a:bodyPr/>
        <a:lstStyle/>
        <a:p>
          <a:r>
            <a:rPr lang="en-GB" b="1"/>
            <a:t>WHO Summary</a:t>
          </a:r>
          <a:endParaRPr lang="en-US"/>
        </a:p>
      </dgm:t>
    </dgm:pt>
    <dgm:pt modelId="{CA6EF3AC-76BD-4315-AAAD-301A39D54C18}" type="parTrans" cxnId="{1E6E92C2-3453-42AC-8B36-CA1D6CDCF1D6}">
      <dgm:prSet/>
      <dgm:spPr/>
      <dgm:t>
        <a:bodyPr/>
        <a:lstStyle/>
        <a:p>
          <a:endParaRPr lang="en-US"/>
        </a:p>
      </dgm:t>
    </dgm:pt>
    <dgm:pt modelId="{4F5D18E4-6377-49B7-B82D-6823B88FA18F}" type="sibTrans" cxnId="{1E6E92C2-3453-42AC-8B36-CA1D6CDCF1D6}">
      <dgm:prSet/>
      <dgm:spPr/>
      <dgm:t>
        <a:bodyPr/>
        <a:lstStyle/>
        <a:p>
          <a:endParaRPr lang="en-US"/>
        </a:p>
      </dgm:t>
    </dgm:pt>
    <dgm:pt modelId="{96658563-4FF5-4C31-9B13-70E47388F5D9}">
      <dgm:prSet/>
      <dgm:spPr/>
      <dgm:t>
        <a:bodyPr/>
        <a:lstStyle/>
        <a:p>
          <a:r>
            <a:rPr lang="en-GB"/>
            <a:t>“No conclusive evidence supports vitamin C as a preventive measure.”</a:t>
          </a:r>
          <a:endParaRPr lang="en-US"/>
        </a:p>
      </dgm:t>
    </dgm:pt>
    <dgm:pt modelId="{5D8FEB87-F99E-4D71-9EE2-B979A3E5DE0F}" type="parTrans" cxnId="{A0835BBF-C7A6-4815-BD08-9320674D6D87}">
      <dgm:prSet/>
      <dgm:spPr/>
      <dgm:t>
        <a:bodyPr/>
        <a:lstStyle/>
        <a:p>
          <a:endParaRPr lang="en-US"/>
        </a:p>
      </dgm:t>
    </dgm:pt>
    <dgm:pt modelId="{D35AC435-0892-47CC-A662-E43F976E614C}" type="sibTrans" cxnId="{A0835BBF-C7A6-4815-BD08-9320674D6D87}">
      <dgm:prSet/>
      <dgm:spPr/>
      <dgm:t>
        <a:bodyPr/>
        <a:lstStyle/>
        <a:p>
          <a:endParaRPr lang="en-US"/>
        </a:p>
      </dgm:t>
    </dgm:pt>
    <dgm:pt modelId="{6E4FE585-81A2-4DAB-9376-0BB02724B37A}">
      <dgm:prSet/>
      <dgm:spPr/>
      <dgm:t>
        <a:bodyPr/>
        <a:lstStyle/>
        <a:p>
          <a:r>
            <a:rPr lang="en-GB"/>
            <a:t>✔️ Retrieval is </a:t>
          </a:r>
          <a:r>
            <a:rPr lang="en-GB" b="1"/>
            <a:t>high recall</a:t>
          </a:r>
          <a:br>
            <a:rPr lang="en-GB"/>
          </a:br>
          <a:r>
            <a:rPr lang="en-GB"/>
            <a:t>✔️ Evidence is </a:t>
          </a:r>
          <a:r>
            <a:rPr lang="en-GB" b="1"/>
            <a:t>correct and consistent</a:t>
          </a:r>
          <a:endParaRPr lang="en-US"/>
        </a:p>
      </dgm:t>
    </dgm:pt>
    <dgm:pt modelId="{2686C416-98F2-4AB5-AC28-93EDC649F79C}" type="parTrans" cxnId="{B4765E16-3295-4A3C-8587-1E575F000C3B}">
      <dgm:prSet/>
      <dgm:spPr/>
      <dgm:t>
        <a:bodyPr/>
        <a:lstStyle/>
        <a:p>
          <a:endParaRPr lang="en-US"/>
        </a:p>
      </dgm:t>
    </dgm:pt>
    <dgm:pt modelId="{0D3414EB-21AD-4FE6-B7D7-54FB7DF034AE}" type="sibTrans" cxnId="{B4765E16-3295-4A3C-8587-1E575F000C3B}">
      <dgm:prSet/>
      <dgm:spPr/>
      <dgm:t>
        <a:bodyPr/>
        <a:lstStyle/>
        <a:p>
          <a:endParaRPr lang="en-US"/>
        </a:p>
      </dgm:t>
    </dgm:pt>
    <dgm:pt modelId="{D023F26E-11C1-421A-9953-AD255B555D6E}" type="pres">
      <dgm:prSet presAssocID="{C4CE0FE0-D41A-4428-8188-1273226163B6}" presName="linear" presStyleCnt="0">
        <dgm:presLayoutVars>
          <dgm:animLvl val="lvl"/>
          <dgm:resizeHandles val="exact"/>
        </dgm:presLayoutVars>
      </dgm:prSet>
      <dgm:spPr/>
    </dgm:pt>
    <dgm:pt modelId="{E8422679-9DE9-4E2E-AA49-F45B10B2DBEB}" type="pres">
      <dgm:prSet presAssocID="{43283F57-1051-4B42-9197-78D9AF54CB8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5C0C3F-108D-41B4-A58F-CBCC74F28B45}" type="pres">
      <dgm:prSet presAssocID="{3D6EFD2E-30B4-4E19-9A94-5F8FBB20A78C}" presName="spacer" presStyleCnt="0"/>
      <dgm:spPr/>
    </dgm:pt>
    <dgm:pt modelId="{F0983466-FE3A-42ED-8ACD-7901FBC1E15A}" type="pres">
      <dgm:prSet presAssocID="{481A6BF9-640E-4F31-B96C-D8BC52D98E1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3F2FD0-A631-4E5C-9C51-496C03EA4155}" type="pres">
      <dgm:prSet presAssocID="{481A6BF9-640E-4F31-B96C-D8BC52D98E1B}" presName="childText" presStyleLbl="revTx" presStyleIdx="0" presStyleCnt="1">
        <dgm:presLayoutVars>
          <dgm:bulletEnabled val="1"/>
        </dgm:presLayoutVars>
      </dgm:prSet>
      <dgm:spPr/>
    </dgm:pt>
    <dgm:pt modelId="{4277F47A-CC80-433A-A6E9-0D9F44DD6C29}" type="pres">
      <dgm:prSet presAssocID="{6E4FE585-81A2-4DAB-9376-0BB02724B37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2122B00-DE02-40A6-A7C1-E82C6EB915DB}" type="presOf" srcId="{B95F7FD4-1B1E-4FE2-B967-D9295BF1A66D}" destId="{F73F2FD0-A631-4E5C-9C51-496C03EA4155}" srcOrd="0" destOrd="0" presId="urn:microsoft.com/office/officeart/2005/8/layout/vList2"/>
    <dgm:cxn modelId="{AC2B0509-4333-4F4D-98E3-22221B639C28}" srcId="{C4CE0FE0-D41A-4428-8188-1273226163B6}" destId="{43283F57-1051-4B42-9197-78D9AF54CB87}" srcOrd="0" destOrd="0" parTransId="{3BBBAF94-4F3A-4BC9-B9D7-FD906EE39BAA}" sibTransId="{3D6EFD2E-30B4-4E19-9A94-5F8FBB20A78C}"/>
    <dgm:cxn modelId="{9A932113-1543-470E-B826-BE93AF2E1A76}" type="presOf" srcId="{A1923CAE-15AC-4449-812F-9C8AA660E7A3}" destId="{F73F2FD0-A631-4E5C-9C51-496C03EA4155}" srcOrd="0" destOrd="2" presId="urn:microsoft.com/office/officeart/2005/8/layout/vList2"/>
    <dgm:cxn modelId="{B4765E16-3295-4A3C-8587-1E575F000C3B}" srcId="{C4CE0FE0-D41A-4428-8188-1273226163B6}" destId="{6E4FE585-81A2-4DAB-9376-0BB02724B37A}" srcOrd="2" destOrd="0" parTransId="{2686C416-98F2-4AB5-AC28-93EDC649F79C}" sibTransId="{0D3414EB-21AD-4FE6-B7D7-54FB7DF034AE}"/>
    <dgm:cxn modelId="{1F15D128-2AA7-4D00-8241-2210A53A3647}" type="presOf" srcId="{C4CE0FE0-D41A-4428-8188-1273226163B6}" destId="{D023F26E-11C1-421A-9953-AD255B555D6E}" srcOrd="0" destOrd="0" presId="urn:microsoft.com/office/officeart/2005/8/layout/vList2"/>
    <dgm:cxn modelId="{D70E133D-DA64-4688-9465-54A17DEB3A98}" type="presOf" srcId="{6E4FE585-81A2-4DAB-9376-0BB02724B37A}" destId="{4277F47A-CC80-433A-A6E9-0D9F44DD6C29}" srcOrd="0" destOrd="0" presId="urn:microsoft.com/office/officeart/2005/8/layout/vList2"/>
    <dgm:cxn modelId="{A8CB4A5D-CBF6-46E3-9A96-C342015A3961}" srcId="{481A6BF9-640E-4F31-B96C-D8BC52D98E1B}" destId="{B95F7FD4-1B1E-4FE2-B967-D9295BF1A66D}" srcOrd="0" destOrd="0" parTransId="{AE503540-C7E9-46E0-9AB1-D011CF732ACC}" sibTransId="{7482E2ED-9F9F-4C90-BB9A-ADA57FEBEA53}"/>
    <dgm:cxn modelId="{E056CB61-0BD5-49A1-AF05-A1C614784D5E}" type="presOf" srcId="{2C6609C1-AF9F-4F5E-BE10-E05A4785376F}" destId="{F73F2FD0-A631-4E5C-9C51-496C03EA4155}" srcOrd="0" destOrd="4" presId="urn:microsoft.com/office/officeart/2005/8/layout/vList2"/>
    <dgm:cxn modelId="{1E59F844-BE16-4E0B-9A28-864FC4D9B8EB}" type="presOf" srcId="{481A6BF9-640E-4F31-B96C-D8BC52D98E1B}" destId="{F0983466-FE3A-42ED-8ACD-7901FBC1E15A}" srcOrd="0" destOrd="0" presId="urn:microsoft.com/office/officeart/2005/8/layout/vList2"/>
    <dgm:cxn modelId="{04F22468-FC43-40D8-A06E-B1AC263F303B}" srcId="{481A6BF9-640E-4F31-B96C-D8BC52D98E1B}" destId="{B8FBB4DB-70EA-42E7-8D16-3CA13B21DAC4}" srcOrd="3" destOrd="0" parTransId="{0A3A34A4-3087-4632-A238-07899FDA5322}" sibTransId="{4E436893-AF10-4B2B-A004-DC3E71694A9F}"/>
    <dgm:cxn modelId="{145E6E56-DB56-46DF-86C5-86FF72AE2682}" type="presOf" srcId="{EDD77FD1-1524-4178-91F3-793C22DE59AB}" destId="{F73F2FD0-A631-4E5C-9C51-496C03EA4155}" srcOrd="0" destOrd="1" presId="urn:microsoft.com/office/officeart/2005/8/layout/vList2"/>
    <dgm:cxn modelId="{6FB1757A-B9F8-47D4-81F3-36CD479DF716}" type="presOf" srcId="{B8FBB4DB-70EA-42E7-8D16-3CA13B21DAC4}" destId="{F73F2FD0-A631-4E5C-9C51-496C03EA4155}" srcOrd="0" destOrd="3" presId="urn:microsoft.com/office/officeart/2005/8/layout/vList2"/>
    <dgm:cxn modelId="{98A30D98-08C4-4E89-AE13-BAE8FA3EC704}" srcId="{C4CE0FE0-D41A-4428-8188-1273226163B6}" destId="{481A6BF9-640E-4F31-B96C-D8BC52D98E1B}" srcOrd="1" destOrd="0" parTransId="{8709BFA8-A42D-473B-B6C0-18F0654CE598}" sibTransId="{E779930B-9F4A-478D-9F6F-21393ABA85A5}"/>
    <dgm:cxn modelId="{F06C65BA-D0B5-44CF-883B-7616FD6BCAD5}" type="presOf" srcId="{43283F57-1051-4B42-9197-78D9AF54CB87}" destId="{E8422679-9DE9-4E2E-AA49-F45B10B2DBEB}" srcOrd="0" destOrd="0" presId="urn:microsoft.com/office/officeart/2005/8/layout/vList2"/>
    <dgm:cxn modelId="{A0835BBF-C7A6-4815-BD08-9320674D6D87}" srcId="{481A6BF9-640E-4F31-B96C-D8BC52D98E1B}" destId="{96658563-4FF5-4C31-9B13-70E47388F5D9}" srcOrd="5" destOrd="0" parTransId="{5D8FEB87-F99E-4D71-9EE2-B979A3E5DE0F}" sibTransId="{D35AC435-0892-47CC-A662-E43F976E614C}"/>
    <dgm:cxn modelId="{1E6E92C2-3453-42AC-8B36-CA1D6CDCF1D6}" srcId="{481A6BF9-640E-4F31-B96C-D8BC52D98E1B}" destId="{2C6609C1-AF9F-4F5E-BE10-E05A4785376F}" srcOrd="4" destOrd="0" parTransId="{CA6EF3AC-76BD-4315-AAAD-301A39D54C18}" sibTransId="{4F5D18E4-6377-49B7-B82D-6823B88FA18F}"/>
    <dgm:cxn modelId="{160E5DDD-9432-43C6-886C-9682C50EEB7C}" type="presOf" srcId="{96658563-4FF5-4C31-9B13-70E47388F5D9}" destId="{F73F2FD0-A631-4E5C-9C51-496C03EA4155}" srcOrd="0" destOrd="5" presId="urn:microsoft.com/office/officeart/2005/8/layout/vList2"/>
    <dgm:cxn modelId="{C931E5E3-130D-44EA-8C7A-E0A719AE591B}" srcId="{481A6BF9-640E-4F31-B96C-D8BC52D98E1B}" destId="{EDD77FD1-1524-4178-91F3-793C22DE59AB}" srcOrd="1" destOrd="0" parTransId="{D24F54AE-7B36-4530-8D2E-2998D374EA04}" sibTransId="{6C8EE0BB-3D6E-49DD-B946-0506CCE90795}"/>
    <dgm:cxn modelId="{9C32ECED-4680-4D7A-94C4-674028519AE3}" srcId="{481A6BF9-640E-4F31-B96C-D8BC52D98E1B}" destId="{A1923CAE-15AC-4449-812F-9C8AA660E7A3}" srcOrd="2" destOrd="0" parTransId="{789718FC-8DA6-42FA-A93D-4170DED2FF6C}" sibTransId="{96212DEA-4ED7-46CA-A577-EFC184506069}"/>
    <dgm:cxn modelId="{AB990155-023E-4F88-A935-2F1D2C0C7DEF}" type="presParOf" srcId="{D023F26E-11C1-421A-9953-AD255B555D6E}" destId="{E8422679-9DE9-4E2E-AA49-F45B10B2DBEB}" srcOrd="0" destOrd="0" presId="urn:microsoft.com/office/officeart/2005/8/layout/vList2"/>
    <dgm:cxn modelId="{BF7C2ED8-C267-4B17-899B-2DCEBA2D5EBB}" type="presParOf" srcId="{D023F26E-11C1-421A-9953-AD255B555D6E}" destId="{415C0C3F-108D-41B4-A58F-CBCC74F28B45}" srcOrd="1" destOrd="0" presId="urn:microsoft.com/office/officeart/2005/8/layout/vList2"/>
    <dgm:cxn modelId="{CAA0EEF2-9A42-4C10-87EE-85E1567D46DD}" type="presParOf" srcId="{D023F26E-11C1-421A-9953-AD255B555D6E}" destId="{F0983466-FE3A-42ED-8ACD-7901FBC1E15A}" srcOrd="2" destOrd="0" presId="urn:microsoft.com/office/officeart/2005/8/layout/vList2"/>
    <dgm:cxn modelId="{2B27BF8A-1251-4083-BB46-580875EC64CC}" type="presParOf" srcId="{D023F26E-11C1-421A-9953-AD255B555D6E}" destId="{F73F2FD0-A631-4E5C-9C51-496C03EA4155}" srcOrd="3" destOrd="0" presId="urn:microsoft.com/office/officeart/2005/8/layout/vList2"/>
    <dgm:cxn modelId="{F01605D4-4D0E-44D9-B514-8DC11E1FCD82}" type="presParOf" srcId="{D023F26E-11C1-421A-9953-AD255B555D6E}" destId="{4277F47A-CC80-433A-A6E9-0D9F44DD6C2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3DBA62-E765-4DE8-BD03-87402FDE525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B064F8A-C35F-410E-88C0-2E7F310CBBE5}">
      <dgm:prSet/>
      <dgm:spPr/>
      <dgm:t>
        <a:bodyPr/>
        <a:lstStyle/>
        <a:p>
          <a:r>
            <a:rPr lang="en-GB"/>
            <a:t>Faithfulness: Is the answer supported by retrieved docs?</a:t>
          </a:r>
          <a:endParaRPr lang="en-US"/>
        </a:p>
      </dgm:t>
    </dgm:pt>
    <dgm:pt modelId="{4635F131-5C59-4195-BC96-1B83BB671EAF}" type="parTrans" cxnId="{95E55700-2CAA-4BA2-A805-339F730075AC}">
      <dgm:prSet/>
      <dgm:spPr/>
      <dgm:t>
        <a:bodyPr/>
        <a:lstStyle/>
        <a:p>
          <a:endParaRPr lang="en-US"/>
        </a:p>
      </dgm:t>
    </dgm:pt>
    <dgm:pt modelId="{6C99CD8B-2947-4AD6-99BB-B1CCCED326AF}" type="sibTrans" cxnId="{95E55700-2CAA-4BA2-A805-339F730075AC}">
      <dgm:prSet/>
      <dgm:spPr/>
      <dgm:t>
        <a:bodyPr/>
        <a:lstStyle/>
        <a:p>
          <a:endParaRPr lang="en-US"/>
        </a:p>
      </dgm:t>
    </dgm:pt>
    <dgm:pt modelId="{B74EF351-7895-4A78-8B06-67DF7938DDC9}">
      <dgm:prSet/>
      <dgm:spPr/>
      <dgm:t>
        <a:bodyPr/>
        <a:lstStyle/>
        <a:p>
          <a:r>
            <a:rPr lang="en-GB"/>
            <a:t>Grounding: Are claims traceable to evidence?</a:t>
          </a:r>
          <a:endParaRPr lang="en-US"/>
        </a:p>
      </dgm:t>
    </dgm:pt>
    <dgm:pt modelId="{2E8F66D1-222F-4FC2-A706-4A40AB42A852}" type="parTrans" cxnId="{60B1B272-B944-4ADD-A960-55EAEE48B6DD}">
      <dgm:prSet/>
      <dgm:spPr/>
      <dgm:t>
        <a:bodyPr/>
        <a:lstStyle/>
        <a:p>
          <a:endParaRPr lang="en-US"/>
        </a:p>
      </dgm:t>
    </dgm:pt>
    <dgm:pt modelId="{7D6AD36D-5B8B-4941-94DC-691446608B6B}" type="sibTrans" cxnId="{60B1B272-B944-4ADD-A960-55EAEE48B6DD}">
      <dgm:prSet/>
      <dgm:spPr/>
      <dgm:t>
        <a:bodyPr/>
        <a:lstStyle/>
        <a:p>
          <a:endParaRPr lang="en-US"/>
        </a:p>
      </dgm:t>
    </dgm:pt>
    <dgm:pt modelId="{28EE6CC3-25EF-4918-AD23-847F0C380A99}">
      <dgm:prSet/>
      <dgm:spPr/>
      <dgm:t>
        <a:bodyPr/>
        <a:lstStyle/>
        <a:p>
          <a:r>
            <a:rPr lang="en-GB"/>
            <a:t>Attribution: Can we point to sources?</a:t>
          </a:r>
          <a:endParaRPr lang="en-US"/>
        </a:p>
      </dgm:t>
    </dgm:pt>
    <dgm:pt modelId="{0F1D2FA0-2E42-475D-93AA-25D675D8108A}" type="parTrans" cxnId="{8A50C9DD-2053-4A49-94DF-DC7E92B08065}">
      <dgm:prSet/>
      <dgm:spPr/>
      <dgm:t>
        <a:bodyPr/>
        <a:lstStyle/>
        <a:p>
          <a:endParaRPr lang="en-US"/>
        </a:p>
      </dgm:t>
    </dgm:pt>
    <dgm:pt modelId="{A4FAFC28-F1B8-4C70-94F5-CA306CF88C8D}" type="sibTrans" cxnId="{8A50C9DD-2053-4A49-94DF-DC7E92B08065}">
      <dgm:prSet/>
      <dgm:spPr/>
      <dgm:t>
        <a:bodyPr/>
        <a:lstStyle/>
        <a:p>
          <a:endParaRPr lang="en-US"/>
        </a:p>
      </dgm:t>
    </dgm:pt>
    <dgm:pt modelId="{4B8FBCE2-2F33-44F8-90E9-8888B3D73C78}" type="pres">
      <dgm:prSet presAssocID="{703DBA62-E765-4DE8-BD03-87402FDE5257}" presName="vert0" presStyleCnt="0">
        <dgm:presLayoutVars>
          <dgm:dir/>
          <dgm:animOne val="branch"/>
          <dgm:animLvl val="lvl"/>
        </dgm:presLayoutVars>
      </dgm:prSet>
      <dgm:spPr/>
    </dgm:pt>
    <dgm:pt modelId="{586D99C7-C7AA-44F5-9FE8-59EC7D661984}" type="pres">
      <dgm:prSet presAssocID="{7B064F8A-C35F-410E-88C0-2E7F310CBBE5}" presName="thickLine" presStyleLbl="alignNode1" presStyleIdx="0" presStyleCnt="3"/>
      <dgm:spPr/>
    </dgm:pt>
    <dgm:pt modelId="{DDA8EC90-D9E7-401D-B246-A22E8C65D1DA}" type="pres">
      <dgm:prSet presAssocID="{7B064F8A-C35F-410E-88C0-2E7F310CBBE5}" presName="horz1" presStyleCnt="0"/>
      <dgm:spPr/>
    </dgm:pt>
    <dgm:pt modelId="{2BA49F4C-7A93-4581-801C-D1BA39063DAD}" type="pres">
      <dgm:prSet presAssocID="{7B064F8A-C35F-410E-88C0-2E7F310CBBE5}" presName="tx1" presStyleLbl="revTx" presStyleIdx="0" presStyleCnt="3"/>
      <dgm:spPr/>
    </dgm:pt>
    <dgm:pt modelId="{E33D604C-366B-4FCE-8828-864C527FF4F8}" type="pres">
      <dgm:prSet presAssocID="{7B064F8A-C35F-410E-88C0-2E7F310CBBE5}" presName="vert1" presStyleCnt="0"/>
      <dgm:spPr/>
    </dgm:pt>
    <dgm:pt modelId="{CCD82F08-C3D2-454D-8D4B-D00233EC6B2C}" type="pres">
      <dgm:prSet presAssocID="{B74EF351-7895-4A78-8B06-67DF7938DDC9}" presName="thickLine" presStyleLbl="alignNode1" presStyleIdx="1" presStyleCnt="3"/>
      <dgm:spPr/>
    </dgm:pt>
    <dgm:pt modelId="{D846096A-CC90-4683-9ACB-0461EE391D96}" type="pres">
      <dgm:prSet presAssocID="{B74EF351-7895-4A78-8B06-67DF7938DDC9}" presName="horz1" presStyleCnt="0"/>
      <dgm:spPr/>
    </dgm:pt>
    <dgm:pt modelId="{044B6266-CC9A-4978-A261-132F651F3D99}" type="pres">
      <dgm:prSet presAssocID="{B74EF351-7895-4A78-8B06-67DF7938DDC9}" presName="tx1" presStyleLbl="revTx" presStyleIdx="1" presStyleCnt="3"/>
      <dgm:spPr/>
    </dgm:pt>
    <dgm:pt modelId="{D32E72EA-EA89-42FC-AC76-23249E6B6A32}" type="pres">
      <dgm:prSet presAssocID="{B74EF351-7895-4A78-8B06-67DF7938DDC9}" presName="vert1" presStyleCnt="0"/>
      <dgm:spPr/>
    </dgm:pt>
    <dgm:pt modelId="{D54FFF04-72D3-4E6A-88A4-D7F844C55AFA}" type="pres">
      <dgm:prSet presAssocID="{28EE6CC3-25EF-4918-AD23-847F0C380A99}" presName="thickLine" presStyleLbl="alignNode1" presStyleIdx="2" presStyleCnt="3"/>
      <dgm:spPr/>
    </dgm:pt>
    <dgm:pt modelId="{51CF8E56-F8A5-469A-A8A7-6C931D0A6080}" type="pres">
      <dgm:prSet presAssocID="{28EE6CC3-25EF-4918-AD23-847F0C380A99}" presName="horz1" presStyleCnt="0"/>
      <dgm:spPr/>
    </dgm:pt>
    <dgm:pt modelId="{172B5E3F-D3C1-4A68-9CCE-833D26D7D1EE}" type="pres">
      <dgm:prSet presAssocID="{28EE6CC3-25EF-4918-AD23-847F0C380A99}" presName="tx1" presStyleLbl="revTx" presStyleIdx="2" presStyleCnt="3"/>
      <dgm:spPr/>
    </dgm:pt>
    <dgm:pt modelId="{AF719BD6-C92B-46BB-8879-4BEF4088B54B}" type="pres">
      <dgm:prSet presAssocID="{28EE6CC3-25EF-4918-AD23-847F0C380A99}" presName="vert1" presStyleCnt="0"/>
      <dgm:spPr/>
    </dgm:pt>
  </dgm:ptLst>
  <dgm:cxnLst>
    <dgm:cxn modelId="{95E55700-2CAA-4BA2-A805-339F730075AC}" srcId="{703DBA62-E765-4DE8-BD03-87402FDE5257}" destId="{7B064F8A-C35F-410E-88C0-2E7F310CBBE5}" srcOrd="0" destOrd="0" parTransId="{4635F131-5C59-4195-BC96-1B83BB671EAF}" sibTransId="{6C99CD8B-2947-4AD6-99BB-B1CCCED326AF}"/>
    <dgm:cxn modelId="{9913CE07-CB10-4504-801B-E982AAE4044C}" type="presOf" srcId="{28EE6CC3-25EF-4918-AD23-847F0C380A99}" destId="{172B5E3F-D3C1-4A68-9CCE-833D26D7D1EE}" srcOrd="0" destOrd="0" presId="urn:microsoft.com/office/officeart/2008/layout/LinedList"/>
    <dgm:cxn modelId="{80302B21-335E-44DD-9393-9E1A2E6478A7}" type="presOf" srcId="{7B064F8A-C35F-410E-88C0-2E7F310CBBE5}" destId="{2BA49F4C-7A93-4581-801C-D1BA39063DAD}" srcOrd="0" destOrd="0" presId="urn:microsoft.com/office/officeart/2008/layout/LinedList"/>
    <dgm:cxn modelId="{F096A134-9EC9-497B-A105-FAEC3571DA76}" type="presOf" srcId="{703DBA62-E765-4DE8-BD03-87402FDE5257}" destId="{4B8FBCE2-2F33-44F8-90E9-8888B3D73C78}" srcOrd="0" destOrd="0" presId="urn:microsoft.com/office/officeart/2008/layout/LinedList"/>
    <dgm:cxn modelId="{FC510538-BA76-44A7-B5C1-7DCAF7CCFE92}" type="presOf" srcId="{B74EF351-7895-4A78-8B06-67DF7938DDC9}" destId="{044B6266-CC9A-4978-A261-132F651F3D99}" srcOrd="0" destOrd="0" presId="urn:microsoft.com/office/officeart/2008/layout/LinedList"/>
    <dgm:cxn modelId="{60B1B272-B944-4ADD-A960-55EAEE48B6DD}" srcId="{703DBA62-E765-4DE8-BD03-87402FDE5257}" destId="{B74EF351-7895-4A78-8B06-67DF7938DDC9}" srcOrd="1" destOrd="0" parTransId="{2E8F66D1-222F-4FC2-A706-4A40AB42A852}" sibTransId="{7D6AD36D-5B8B-4941-94DC-691446608B6B}"/>
    <dgm:cxn modelId="{8A50C9DD-2053-4A49-94DF-DC7E92B08065}" srcId="{703DBA62-E765-4DE8-BD03-87402FDE5257}" destId="{28EE6CC3-25EF-4918-AD23-847F0C380A99}" srcOrd="2" destOrd="0" parTransId="{0F1D2FA0-2E42-475D-93AA-25D675D8108A}" sibTransId="{A4FAFC28-F1B8-4C70-94F5-CA306CF88C8D}"/>
    <dgm:cxn modelId="{26A96D80-DA1D-46B4-B87E-15B309697794}" type="presParOf" srcId="{4B8FBCE2-2F33-44F8-90E9-8888B3D73C78}" destId="{586D99C7-C7AA-44F5-9FE8-59EC7D661984}" srcOrd="0" destOrd="0" presId="urn:microsoft.com/office/officeart/2008/layout/LinedList"/>
    <dgm:cxn modelId="{A2F436BF-7640-474D-AC40-D77366D78E01}" type="presParOf" srcId="{4B8FBCE2-2F33-44F8-90E9-8888B3D73C78}" destId="{DDA8EC90-D9E7-401D-B246-A22E8C65D1DA}" srcOrd="1" destOrd="0" presId="urn:microsoft.com/office/officeart/2008/layout/LinedList"/>
    <dgm:cxn modelId="{936D7562-DFCD-4F9B-ACD1-2805D53B4AD1}" type="presParOf" srcId="{DDA8EC90-D9E7-401D-B246-A22E8C65D1DA}" destId="{2BA49F4C-7A93-4581-801C-D1BA39063DAD}" srcOrd="0" destOrd="0" presId="urn:microsoft.com/office/officeart/2008/layout/LinedList"/>
    <dgm:cxn modelId="{871F441E-C1E6-47D2-8320-27B434A97088}" type="presParOf" srcId="{DDA8EC90-D9E7-401D-B246-A22E8C65D1DA}" destId="{E33D604C-366B-4FCE-8828-864C527FF4F8}" srcOrd="1" destOrd="0" presId="urn:microsoft.com/office/officeart/2008/layout/LinedList"/>
    <dgm:cxn modelId="{7D7BA1A0-7CD6-4007-BB1B-4D9A8FABB527}" type="presParOf" srcId="{4B8FBCE2-2F33-44F8-90E9-8888B3D73C78}" destId="{CCD82F08-C3D2-454D-8D4B-D00233EC6B2C}" srcOrd="2" destOrd="0" presId="urn:microsoft.com/office/officeart/2008/layout/LinedList"/>
    <dgm:cxn modelId="{C588ABD9-375F-4AF7-8F1C-9A3F5CFDBB29}" type="presParOf" srcId="{4B8FBCE2-2F33-44F8-90E9-8888B3D73C78}" destId="{D846096A-CC90-4683-9ACB-0461EE391D96}" srcOrd="3" destOrd="0" presId="urn:microsoft.com/office/officeart/2008/layout/LinedList"/>
    <dgm:cxn modelId="{75A8B7D8-D42A-4E92-BB34-C6E256A9A584}" type="presParOf" srcId="{D846096A-CC90-4683-9ACB-0461EE391D96}" destId="{044B6266-CC9A-4978-A261-132F651F3D99}" srcOrd="0" destOrd="0" presId="urn:microsoft.com/office/officeart/2008/layout/LinedList"/>
    <dgm:cxn modelId="{B80259AF-6DF3-4993-A29B-EFFF400794C3}" type="presParOf" srcId="{D846096A-CC90-4683-9ACB-0461EE391D96}" destId="{D32E72EA-EA89-42FC-AC76-23249E6B6A32}" srcOrd="1" destOrd="0" presId="urn:microsoft.com/office/officeart/2008/layout/LinedList"/>
    <dgm:cxn modelId="{75591EF6-26D1-4BB3-8334-9F336C17FE4E}" type="presParOf" srcId="{4B8FBCE2-2F33-44F8-90E9-8888B3D73C78}" destId="{D54FFF04-72D3-4E6A-88A4-D7F844C55AFA}" srcOrd="4" destOrd="0" presId="urn:microsoft.com/office/officeart/2008/layout/LinedList"/>
    <dgm:cxn modelId="{C1EF397D-F62D-4928-9D61-7FF8AEF4BA7A}" type="presParOf" srcId="{4B8FBCE2-2F33-44F8-90E9-8888B3D73C78}" destId="{51CF8E56-F8A5-469A-A8A7-6C931D0A6080}" srcOrd="5" destOrd="0" presId="urn:microsoft.com/office/officeart/2008/layout/LinedList"/>
    <dgm:cxn modelId="{804EFFD7-55A0-4FB5-B573-D31FECBA52AA}" type="presParOf" srcId="{51CF8E56-F8A5-469A-A8A7-6C931D0A6080}" destId="{172B5E3F-D3C1-4A68-9CCE-833D26D7D1EE}" srcOrd="0" destOrd="0" presId="urn:microsoft.com/office/officeart/2008/layout/LinedList"/>
    <dgm:cxn modelId="{84C2C318-2778-48B6-A633-4246FE39FEC8}" type="presParOf" srcId="{51CF8E56-F8A5-469A-A8A7-6C931D0A6080}" destId="{AF719BD6-C92B-46BB-8879-4BEF4088B5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2AE09F-A14B-4D17-A18C-A2E5E17E6619}" type="doc">
      <dgm:prSet loTypeId="urn:microsoft.com/office/officeart/2005/8/layout/hierarchy2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22A1FEA-E6A6-47C0-970D-49CFA0033B34}">
      <dgm:prSet/>
      <dgm:spPr/>
      <dgm:t>
        <a:bodyPr/>
        <a:lstStyle/>
        <a:p>
          <a:r>
            <a:rPr lang="en-GB" b="1"/>
            <a:t>Faithfulness</a:t>
          </a:r>
          <a:r>
            <a:rPr lang="en-GB"/>
            <a:t> measures whether the </a:t>
          </a:r>
          <a:r>
            <a:rPr lang="en-GB" i="1"/>
            <a:t>claims made in the generated answer are entailed by the retrieved documents</a:t>
          </a:r>
          <a:r>
            <a:rPr lang="en-GB"/>
            <a:t>.</a:t>
          </a:r>
          <a:endParaRPr lang="en-US"/>
        </a:p>
      </dgm:t>
    </dgm:pt>
    <dgm:pt modelId="{6282876B-F845-4DC0-8FDB-D7269F77EEE4}" type="parTrans" cxnId="{EEA987AB-1E6B-4911-9BA3-65E056F7E883}">
      <dgm:prSet/>
      <dgm:spPr/>
      <dgm:t>
        <a:bodyPr/>
        <a:lstStyle/>
        <a:p>
          <a:endParaRPr lang="en-US"/>
        </a:p>
      </dgm:t>
    </dgm:pt>
    <dgm:pt modelId="{20A642DB-DEFC-4BD3-B3AD-63F32E931160}" type="sibTrans" cxnId="{EEA987AB-1E6B-4911-9BA3-65E056F7E883}">
      <dgm:prSet/>
      <dgm:spPr/>
      <dgm:t>
        <a:bodyPr/>
        <a:lstStyle/>
        <a:p>
          <a:endParaRPr lang="en-US"/>
        </a:p>
      </dgm:t>
    </dgm:pt>
    <dgm:pt modelId="{4E296227-1435-41E8-8194-C1ACBCC4A7D2}">
      <dgm:prSet/>
      <dgm:spPr/>
      <dgm:t>
        <a:bodyPr/>
        <a:lstStyle/>
        <a:p>
          <a:r>
            <a:rPr lang="en-GB"/>
            <a:t>It is about the </a:t>
          </a:r>
          <a:r>
            <a:rPr lang="en-GB" b="1"/>
            <a:t>relationship between answer and evidence</a:t>
          </a:r>
          <a:r>
            <a:rPr lang="en-GB"/>
            <a:t>, not about correctness in the real world.</a:t>
          </a:r>
          <a:endParaRPr lang="en-US"/>
        </a:p>
      </dgm:t>
    </dgm:pt>
    <dgm:pt modelId="{A7E0E332-5F71-455B-8480-8FF66C13E3D9}" type="parTrans" cxnId="{54017987-B095-45BD-8C5C-4681BE817F8E}">
      <dgm:prSet/>
      <dgm:spPr/>
      <dgm:t>
        <a:bodyPr/>
        <a:lstStyle/>
        <a:p>
          <a:endParaRPr lang="en-US"/>
        </a:p>
      </dgm:t>
    </dgm:pt>
    <dgm:pt modelId="{0917DDE2-91DC-446D-9D7F-6CBD195EDE8C}" type="sibTrans" cxnId="{54017987-B095-45BD-8C5C-4681BE817F8E}">
      <dgm:prSet/>
      <dgm:spPr/>
      <dgm:t>
        <a:bodyPr/>
        <a:lstStyle/>
        <a:p>
          <a:endParaRPr lang="en-US"/>
        </a:p>
      </dgm:t>
    </dgm:pt>
    <dgm:pt modelId="{BC2ACA70-3484-4017-9C0D-F7DD440B24CA}">
      <dgm:prSet/>
      <dgm:spPr/>
      <dgm:t>
        <a:bodyPr/>
        <a:lstStyle/>
        <a:p>
          <a:r>
            <a:rPr lang="en-GB"/>
            <a:t>Does the answer introduce facts not present in the retrieved docs?</a:t>
          </a:r>
          <a:endParaRPr lang="en-US"/>
        </a:p>
      </dgm:t>
    </dgm:pt>
    <dgm:pt modelId="{EC426E1A-5FA9-49BC-A670-A6BA01BE205F}" type="parTrans" cxnId="{A2622F9E-3077-4DED-8A76-7D2A8BDE1FB1}">
      <dgm:prSet/>
      <dgm:spPr/>
      <dgm:t>
        <a:bodyPr/>
        <a:lstStyle/>
        <a:p>
          <a:endParaRPr lang="en-US"/>
        </a:p>
      </dgm:t>
    </dgm:pt>
    <dgm:pt modelId="{158FC7F9-D24C-4F18-B6CF-F3D72DFA0D92}" type="sibTrans" cxnId="{A2622F9E-3077-4DED-8A76-7D2A8BDE1FB1}">
      <dgm:prSet/>
      <dgm:spPr/>
      <dgm:t>
        <a:bodyPr/>
        <a:lstStyle/>
        <a:p>
          <a:endParaRPr lang="en-US"/>
        </a:p>
      </dgm:t>
    </dgm:pt>
    <dgm:pt modelId="{AFA5BEA5-38B5-460B-B792-4C2353C3E2F2}">
      <dgm:prSet/>
      <dgm:spPr/>
      <dgm:t>
        <a:bodyPr/>
        <a:lstStyle/>
        <a:p>
          <a:r>
            <a:rPr lang="en-GB"/>
            <a:t>Does it contradict retrieved evidence?</a:t>
          </a:r>
          <a:endParaRPr lang="en-US"/>
        </a:p>
      </dgm:t>
    </dgm:pt>
    <dgm:pt modelId="{6534A14D-2A29-43DE-BE4E-A3A3B4A100BB}" type="parTrans" cxnId="{066DBD17-2096-44B4-9411-16C74EFD9C89}">
      <dgm:prSet/>
      <dgm:spPr/>
      <dgm:t>
        <a:bodyPr/>
        <a:lstStyle/>
        <a:p>
          <a:endParaRPr lang="en-US"/>
        </a:p>
      </dgm:t>
    </dgm:pt>
    <dgm:pt modelId="{6A42B9CD-DFCA-45C4-96DF-DF935601EE5C}" type="sibTrans" cxnId="{066DBD17-2096-44B4-9411-16C74EFD9C89}">
      <dgm:prSet/>
      <dgm:spPr/>
      <dgm:t>
        <a:bodyPr/>
        <a:lstStyle/>
        <a:p>
          <a:endParaRPr lang="en-US"/>
        </a:p>
      </dgm:t>
    </dgm:pt>
    <dgm:pt modelId="{C8F528B4-6DF4-4587-8F83-43CF9A11D52A}">
      <dgm:prSet/>
      <dgm:spPr/>
      <dgm:t>
        <a:bodyPr/>
        <a:lstStyle/>
        <a:p>
          <a:r>
            <a:rPr lang="en-GB"/>
            <a:t>Does it overgeneralize or exaggerate?</a:t>
          </a:r>
          <a:endParaRPr lang="en-US"/>
        </a:p>
      </dgm:t>
    </dgm:pt>
    <dgm:pt modelId="{F6497200-CFDF-4560-89B7-D5FAF8FB1FDA}" type="parTrans" cxnId="{4A08DD27-DE66-4151-8A16-B06643C3447F}">
      <dgm:prSet/>
      <dgm:spPr/>
      <dgm:t>
        <a:bodyPr/>
        <a:lstStyle/>
        <a:p>
          <a:endParaRPr lang="en-US"/>
        </a:p>
      </dgm:t>
    </dgm:pt>
    <dgm:pt modelId="{DAF8E34C-0697-4124-ACA9-01676E4A0AF0}" type="sibTrans" cxnId="{4A08DD27-DE66-4151-8A16-B06643C3447F}">
      <dgm:prSet/>
      <dgm:spPr/>
      <dgm:t>
        <a:bodyPr/>
        <a:lstStyle/>
        <a:p>
          <a:endParaRPr lang="en-US"/>
        </a:p>
      </dgm:t>
    </dgm:pt>
    <dgm:pt modelId="{23F15CB3-808E-4BDD-9A9F-71F234230DA6}" type="pres">
      <dgm:prSet presAssocID="{CD2AE09F-A14B-4D17-A18C-A2E5E17E661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6E1EA16-8A0A-4848-B48C-AA53F35E3714}" type="pres">
      <dgm:prSet presAssocID="{822A1FEA-E6A6-47C0-970D-49CFA0033B34}" presName="root1" presStyleCnt="0"/>
      <dgm:spPr/>
    </dgm:pt>
    <dgm:pt modelId="{7996FC15-590F-459E-95B9-3C1CE54F2E1A}" type="pres">
      <dgm:prSet presAssocID="{822A1FEA-E6A6-47C0-970D-49CFA0033B34}" presName="LevelOneTextNode" presStyleLbl="node0" presStyleIdx="0" presStyleCnt="2">
        <dgm:presLayoutVars>
          <dgm:chPref val="3"/>
        </dgm:presLayoutVars>
      </dgm:prSet>
      <dgm:spPr/>
    </dgm:pt>
    <dgm:pt modelId="{396E12C4-9E5A-4D73-8F56-6E5F10B863EE}" type="pres">
      <dgm:prSet presAssocID="{822A1FEA-E6A6-47C0-970D-49CFA0033B34}" presName="level2hierChild" presStyleCnt="0"/>
      <dgm:spPr/>
    </dgm:pt>
    <dgm:pt modelId="{EB2C97A1-415D-4D0A-BB68-C278090EE468}" type="pres">
      <dgm:prSet presAssocID="{4E296227-1435-41E8-8194-C1ACBCC4A7D2}" presName="root1" presStyleCnt="0"/>
      <dgm:spPr/>
    </dgm:pt>
    <dgm:pt modelId="{BCB511AA-900C-4D9A-ADB5-A4B3C8C70905}" type="pres">
      <dgm:prSet presAssocID="{4E296227-1435-41E8-8194-C1ACBCC4A7D2}" presName="LevelOneTextNode" presStyleLbl="node0" presStyleIdx="1" presStyleCnt="2">
        <dgm:presLayoutVars>
          <dgm:chPref val="3"/>
        </dgm:presLayoutVars>
      </dgm:prSet>
      <dgm:spPr/>
    </dgm:pt>
    <dgm:pt modelId="{49CF04E2-2AF3-4022-9907-F8FE6BE0F9AE}" type="pres">
      <dgm:prSet presAssocID="{4E296227-1435-41E8-8194-C1ACBCC4A7D2}" presName="level2hierChild" presStyleCnt="0"/>
      <dgm:spPr/>
    </dgm:pt>
    <dgm:pt modelId="{9FB42620-EE64-4D10-9E9D-987C183E42AA}" type="pres">
      <dgm:prSet presAssocID="{EC426E1A-5FA9-49BC-A670-A6BA01BE205F}" presName="conn2-1" presStyleLbl="parChTrans1D2" presStyleIdx="0" presStyleCnt="3"/>
      <dgm:spPr/>
    </dgm:pt>
    <dgm:pt modelId="{78619479-17C4-449F-872C-4981DAA2C86D}" type="pres">
      <dgm:prSet presAssocID="{EC426E1A-5FA9-49BC-A670-A6BA01BE205F}" presName="connTx" presStyleLbl="parChTrans1D2" presStyleIdx="0" presStyleCnt="3"/>
      <dgm:spPr/>
    </dgm:pt>
    <dgm:pt modelId="{470F57AB-8C84-4263-ABB7-1BC755409F08}" type="pres">
      <dgm:prSet presAssocID="{BC2ACA70-3484-4017-9C0D-F7DD440B24CA}" presName="root2" presStyleCnt="0"/>
      <dgm:spPr/>
    </dgm:pt>
    <dgm:pt modelId="{1D1E31D0-FDCA-4DAD-8C3F-5EC9974A4F1F}" type="pres">
      <dgm:prSet presAssocID="{BC2ACA70-3484-4017-9C0D-F7DD440B24CA}" presName="LevelTwoTextNode" presStyleLbl="node2" presStyleIdx="0" presStyleCnt="3">
        <dgm:presLayoutVars>
          <dgm:chPref val="3"/>
        </dgm:presLayoutVars>
      </dgm:prSet>
      <dgm:spPr/>
    </dgm:pt>
    <dgm:pt modelId="{8D8ECA13-05D0-4D88-BC62-1B9AB2A8F8A8}" type="pres">
      <dgm:prSet presAssocID="{BC2ACA70-3484-4017-9C0D-F7DD440B24CA}" presName="level3hierChild" presStyleCnt="0"/>
      <dgm:spPr/>
    </dgm:pt>
    <dgm:pt modelId="{5415A981-B114-45B2-A190-30F56D126135}" type="pres">
      <dgm:prSet presAssocID="{6534A14D-2A29-43DE-BE4E-A3A3B4A100BB}" presName="conn2-1" presStyleLbl="parChTrans1D2" presStyleIdx="1" presStyleCnt="3"/>
      <dgm:spPr/>
    </dgm:pt>
    <dgm:pt modelId="{0BA20E08-9F9D-47A2-A371-FEBCB01CE918}" type="pres">
      <dgm:prSet presAssocID="{6534A14D-2A29-43DE-BE4E-A3A3B4A100BB}" presName="connTx" presStyleLbl="parChTrans1D2" presStyleIdx="1" presStyleCnt="3"/>
      <dgm:spPr/>
    </dgm:pt>
    <dgm:pt modelId="{34A21C5C-27D8-4457-A032-873B08D14A07}" type="pres">
      <dgm:prSet presAssocID="{AFA5BEA5-38B5-460B-B792-4C2353C3E2F2}" presName="root2" presStyleCnt="0"/>
      <dgm:spPr/>
    </dgm:pt>
    <dgm:pt modelId="{3215FD75-F490-4D55-9305-C20397662EDC}" type="pres">
      <dgm:prSet presAssocID="{AFA5BEA5-38B5-460B-B792-4C2353C3E2F2}" presName="LevelTwoTextNode" presStyleLbl="node2" presStyleIdx="1" presStyleCnt="3">
        <dgm:presLayoutVars>
          <dgm:chPref val="3"/>
        </dgm:presLayoutVars>
      </dgm:prSet>
      <dgm:spPr/>
    </dgm:pt>
    <dgm:pt modelId="{736452BA-52D4-42BF-BE92-92E052F7B50F}" type="pres">
      <dgm:prSet presAssocID="{AFA5BEA5-38B5-460B-B792-4C2353C3E2F2}" presName="level3hierChild" presStyleCnt="0"/>
      <dgm:spPr/>
    </dgm:pt>
    <dgm:pt modelId="{CA85CECE-E088-433C-9C77-C8DE97208825}" type="pres">
      <dgm:prSet presAssocID="{F6497200-CFDF-4560-89B7-D5FAF8FB1FDA}" presName="conn2-1" presStyleLbl="parChTrans1D2" presStyleIdx="2" presStyleCnt="3"/>
      <dgm:spPr/>
    </dgm:pt>
    <dgm:pt modelId="{8932B857-AFF2-4936-81A8-F2DA9D98B0DF}" type="pres">
      <dgm:prSet presAssocID="{F6497200-CFDF-4560-89B7-D5FAF8FB1FDA}" presName="connTx" presStyleLbl="parChTrans1D2" presStyleIdx="2" presStyleCnt="3"/>
      <dgm:spPr/>
    </dgm:pt>
    <dgm:pt modelId="{A38CA0AA-0D76-4BAE-8BD3-81E968FB7508}" type="pres">
      <dgm:prSet presAssocID="{C8F528B4-6DF4-4587-8F83-43CF9A11D52A}" presName="root2" presStyleCnt="0"/>
      <dgm:spPr/>
    </dgm:pt>
    <dgm:pt modelId="{38217D18-D787-4592-A7C8-A166E2F43E1C}" type="pres">
      <dgm:prSet presAssocID="{C8F528B4-6DF4-4587-8F83-43CF9A11D52A}" presName="LevelTwoTextNode" presStyleLbl="node2" presStyleIdx="2" presStyleCnt="3">
        <dgm:presLayoutVars>
          <dgm:chPref val="3"/>
        </dgm:presLayoutVars>
      </dgm:prSet>
      <dgm:spPr/>
    </dgm:pt>
    <dgm:pt modelId="{8E724077-584B-41A3-B1A3-626C5341F29A}" type="pres">
      <dgm:prSet presAssocID="{C8F528B4-6DF4-4587-8F83-43CF9A11D52A}" presName="level3hierChild" presStyleCnt="0"/>
      <dgm:spPr/>
    </dgm:pt>
  </dgm:ptLst>
  <dgm:cxnLst>
    <dgm:cxn modelId="{29DFEF08-1DC6-4083-844E-4DC7B9118D3C}" type="presOf" srcId="{BC2ACA70-3484-4017-9C0D-F7DD440B24CA}" destId="{1D1E31D0-FDCA-4DAD-8C3F-5EC9974A4F1F}" srcOrd="0" destOrd="0" presId="urn:microsoft.com/office/officeart/2005/8/layout/hierarchy2"/>
    <dgm:cxn modelId="{59EDD70D-96F3-413B-A3B1-13713F8B9109}" type="presOf" srcId="{AFA5BEA5-38B5-460B-B792-4C2353C3E2F2}" destId="{3215FD75-F490-4D55-9305-C20397662EDC}" srcOrd="0" destOrd="0" presId="urn:microsoft.com/office/officeart/2005/8/layout/hierarchy2"/>
    <dgm:cxn modelId="{4FA21C17-4451-467B-90D6-D0E608777028}" type="presOf" srcId="{C8F528B4-6DF4-4587-8F83-43CF9A11D52A}" destId="{38217D18-D787-4592-A7C8-A166E2F43E1C}" srcOrd="0" destOrd="0" presId="urn:microsoft.com/office/officeart/2005/8/layout/hierarchy2"/>
    <dgm:cxn modelId="{066DBD17-2096-44B4-9411-16C74EFD9C89}" srcId="{4E296227-1435-41E8-8194-C1ACBCC4A7D2}" destId="{AFA5BEA5-38B5-460B-B792-4C2353C3E2F2}" srcOrd="1" destOrd="0" parTransId="{6534A14D-2A29-43DE-BE4E-A3A3B4A100BB}" sibTransId="{6A42B9CD-DFCA-45C4-96DF-DF935601EE5C}"/>
    <dgm:cxn modelId="{4A08DD27-DE66-4151-8A16-B06643C3447F}" srcId="{4E296227-1435-41E8-8194-C1ACBCC4A7D2}" destId="{C8F528B4-6DF4-4587-8F83-43CF9A11D52A}" srcOrd="2" destOrd="0" parTransId="{F6497200-CFDF-4560-89B7-D5FAF8FB1FDA}" sibTransId="{DAF8E34C-0697-4124-ACA9-01676E4A0AF0}"/>
    <dgm:cxn modelId="{D4ABC131-BAF3-4733-A5DC-040E98315270}" type="presOf" srcId="{CD2AE09F-A14B-4D17-A18C-A2E5E17E6619}" destId="{23F15CB3-808E-4BDD-9A9F-71F234230DA6}" srcOrd="0" destOrd="0" presId="urn:microsoft.com/office/officeart/2005/8/layout/hierarchy2"/>
    <dgm:cxn modelId="{1D146438-FED4-47AF-B0B3-0935E6D1B34A}" type="presOf" srcId="{EC426E1A-5FA9-49BC-A670-A6BA01BE205F}" destId="{78619479-17C4-449F-872C-4981DAA2C86D}" srcOrd="1" destOrd="0" presId="urn:microsoft.com/office/officeart/2005/8/layout/hierarchy2"/>
    <dgm:cxn modelId="{4D6B0E5D-6DC6-44D1-A0A2-3041057AE270}" type="presOf" srcId="{EC426E1A-5FA9-49BC-A670-A6BA01BE205F}" destId="{9FB42620-EE64-4D10-9E9D-987C183E42AA}" srcOrd="0" destOrd="0" presId="urn:microsoft.com/office/officeart/2005/8/layout/hierarchy2"/>
    <dgm:cxn modelId="{C0060E74-D8ED-44F4-9DBA-DD8146775FEC}" type="presOf" srcId="{F6497200-CFDF-4560-89B7-D5FAF8FB1FDA}" destId="{8932B857-AFF2-4936-81A8-F2DA9D98B0DF}" srcOrd="1" destOrd="0" presId="urn:microsoft.com/office/officeart/2005/8/layout/hierarchy2"/>
    <dgm:cxn modelId="{54017987-B095-45BD-8C5C-4681BE817F8E}" srcId="{CD2AE09F-A14B-4D17-A18C-A2E5E17E6619}" destId="{4E296227-1435-41E8-8194-C1ACBCC4A7D2}" srcOrd="1" destOrd="0" parTransId="{A7E0E332-5F71-455B-8480-8FF66C13E3D9}" sibTransId="{0917DDE2-91DC-446D-9D7F-6CBD195EDE8C}"/>
    <dgm:cxn modelId="{0C2D718B-3E34-4F26-8F49-49F8E1FB7F33}" type="presOf" srcId="{6534A14D-2A29-43DE-BE4E-A3A3B4A100BB}" destId="{0BA20E08-9F9D-47A2-A371-FEBCB01CE918}" srcOrd="1" destOrd="0" presId="urn:microsoft.com/office/officeart/2005/8/layout/hierarchy2"/>
    <dgm:cxn modelId="{A2622F9E-3077-4DED-8A76-7D2A8BDE1FB1}" srcId="{4E296227-1435-41E8-8194-C1ACBCC4A7D2}" destId="{BC2ACA70-3484-4017-9C0D-F7DD440B24CA}" srcOrd="0" destOrd="0" parTransId="{EC426E1A-5FA9-49BC-A670-A6BA01BE205F}" sibTransId="{158FC7F9-D24C-4F18-B6CF-F3D72DFA0D92}"/>
    <dgm:cxn modelId="{4CD3E0A3-6781-4031-AD30-709EE22C07CF}" type="presOf" srcId="{822A1FEA-E6A6-47C0-970D-49CFA0033B34}" destId="{7996FC15-590F-459E-95B9-3C1CE54F2E1A}" srcOrd="0" destOrd="0" presId="urn:microsoft.com/office/officeart/2005/8/layout/hierarchy2"/>
    <dgm:cxn modelId="{EEA987AB-1E6B-4911-9BA3-65E056F7E883}" srcId="{CD2AE09F-A14B-4D17-A18C-A2E5E17E6619}" destId="{822A1FEA-E6A6-47C0-970D-49CFA0033B34}" srcOrd="0" destOrd="0" parTransId="{6282876B-F845-4DC0-8FDB-D7269F77EEE4}" sibTransId="{20A642DB-DEFC-4BD3-B3AD-63F32E931160}"/>
    <dgm:cxn modelId="{AADF77C8-E7C8-4832-B700-DE02ACAAB2F2}" type="presOf" srcId="{6534A14D-2A29-43DE-BE4E-A3A3B4A100BB}" destId="{5415A981-B114-45B2-A190-30F56D126135}" srcOrd="0" destOrd="0" presId="urn:microsoft.com/office/officeart/2005/8/layout/hierarchy2"/>
    <dgm:cxn modelId="{2BBB3ADF-499D-41BA-88D0-A0330627BC05}" type="presOf" srcId="{4E296227-1435-41E8-8194-C1ACBCC4A7D2}" destId="{BCB511AA-900C-4D9A-ADB5-A4B3C8C70905}" srcOrd="0" destOrd="0" presId="urn:microsoft.com/office/officeart/2005/8/layout/hierarchy2"/>
    <dgm:cxn modelId="{5306A4E3-BBA8-446E-8824-07D0F5C0F055}" type="presOf" srcId="{F6497200-CFDF-4560-89B7-D5FAF8FB1FDA}" destId="{CA85CECE-E088-433C-9C77-C8DE97208825}" srcOrd="0" destOrd="0" presId="urn:microsoft.com/office/officeart/2005/8/layout/hierarchy2"/>
    <dgm:cxn modelId="{CD753754-4F58-434E-8258-6039D76FC5C2}" type="presParOf" srcId="{23F15CB3-808E-4BDD-9A9F-71F234230DA6}" destId="{A6E1EA16-8A0A-4848-B48C-AA53F35E3714}" srcOrd="0" destOrd="0" presId="urn:microsoft.com/office/officeart/2005/8/layout/hierarchy2"/>
    <dgm:cxn modelId="{B837FAB5-9B6D-48AF-A6E9-E0BE95AFAEB2}" type="presParOf" srcId="{A6E1EA16-8A0A-4848-B48C-AA53F35E3714}" destId="{7996FC15-590F-459E-95B9-3C1CE54F2E1A}" srcOrd="0" destOrd="0" presId="urn:microsoft.com/office/officeart/2005/8/layout/hierarchy2"/>
    <dgm:cxn modelId="{BB3640DE-FA9C-4771-9BF6-1980389B1926}" type="presParOf" srcId="{A6E1EA16-8A0A-4848-B48C-AA53F35E3714}" destId="{396E12C4-9E5A-4D73-8F56-6E5F10B863EE}" srcOrd="1" destOrd="0" presId="urn:microsoft.com/office/officeart/2005/8/layout/hierarchy2"/>
    <dgm:cxn modelId="{54B3EDA4-C19B-430A-9A9B-72D733877FBE}" type="presParOf" srcId="{23F15CB3-808E-4BDD-9A9F-71F234230DA6}" destId="{EB2C97A1-415D-4D0A-BB68-C278090EE468}" srcOrd="1" destOrd="0" presId="urn:microsoft.com/office/officeart/2005/8/layout/hierarchy2"/>
    <dgm:cxn modelId="{0721AA70-AE60-4FC0-B0F2-F23605D69AC6}" type="presParOf" srcId="{EB2C97A1-415D-4D0A-BB68-C278090EE468}" destId="{BCB511AA-900C-4D9A-ADB5-A4B3C8C70905}" srcOrd="0" destOrd="0" presId="urn:microsoft.com/office/officeart/2005/8/layout/hierarchy2"/>
    <dgm:cxn modelId="{027B49AA-B81D-4EB1-8E7F-402646AD7E5B}" type="presParOf" srcId="{EB2C97A1-415D-4D0A-BB68-C278090EE468}" destId="{49CF04E2-2AF3-4022-9907-F8FE6BE0F9AE}" srcOrd="1" destOrd="0" presId="urn:microsoft.com/office/officeart/2005/8/layout/hierarchy2"/>
    <dgm:cxn modelId="{9DCCB094-02D1-4D6B-9DF1-CFEE6ACD7D5B}" type="presParOf" srcId="{49CF04E2-2AF3-4022-9907-F8FE6BE0F9AE}" destId="{9FB42620-EE64-4D10-9E9D-987C183E42AA}" srcOrd="0" destOrd="0" presId="urn:microsoft.com/office/officeart/2005/8/layout/hierarchy2"/>
    <dgm:cxn modelId="{03FFE31F-F4F9-4E15-9C68-C7576102C851}" type="presParOf" srcId="{9FB42620-EE64-4D10-9E9D-987C183E42AA}" destId="{78619479-17C4-449F-872C-4981DAA2C86D}" srcOrd="0" destOrd="0" presId="urn:microsoft.com/office/officeart/2005/8/layout/hierarchy2"/>
    <dgm:cxn modelId="{26B163C4-87C3-4802-82F6-8A8FB2CC179D}" type="presParOf" srcId="{49CF04E2-2AF3-4022-9907-F8FE6BE0F9AE}" destId="{470F57AB-8C84-4263-ABB7-1BC755409F08}" srcOrd="1" destOrd="0" presId="urn:microsoft.com/office/officeart/2005/8/layout/hierarchy2"/>
    <dgm:cxn modelId="{9D6B474A-6BA4-491D-9CE1-9E64F4985E5B}" type="presParOf" srcId="{470F57AB-8C84-4263-ABB7-1BC755409F08}" destId="{1D1E31D0-FDCA-4DAD-8C3F-5EC9974A4F1F}" srcOrd="0" destOrd="0" presId="urn:microsoft.com/office/officeart/2005/8/layout/hierarchy2"/>
    <dgm:cxn modelId="{607415D4-1550-4232-BF2B-FD5B0AF6E64A}" type="presParOf" srcId="{470F57AB-8C84-4263-ABB7-1BC755409F08}" destId="{8D8ECA13-05D0-4D88-BC62-1B9AB2A8F8A8}" srcOrd="1" destOrd="0" presId="urn:microsoft.com/office/officeart/2005/8/layout/hierarchy2"/>
    <dgm:cxn modelId="{64BA155B-91F6-4684-8ADC-1E4E17B2B450}" type="presParOf" srcId="{49CF04E2-2AF3-4022-9907-F8FE6BE0F9AE}" destId="{5415A981-B114-45B2-A190-30F56D126135}" srcOrd="2" destOrd="0" presId="urn:microsoft.com/office/officeart/2005/8/layout/hierarchy2"/>
    <dgm:cxn modelId="{63C887A5-1F91-4263-86C9-17116760DA0A}" type="presParOf" srcId="{5415A981-B114-45B2-A190-30F56D126135}" destId="{0BA20E08-9F9D-47A2-A371-FEBCB01CE918}" srcOrd="0" destOrd="0" presId="urn:microsoft.com/office/officeart/2005/8/layout/hierarchy2"/>
    <dgm:cxn modelId="{7CBE6997-FEC0-47E2-B813-FEF0CCFE37A9}" type="presParOf" srcId="{49CF04E2-2AF3-4022-9907-F8FE6BE0F9AE}" destId="{34A21C5C-27D8-4457-A032-873B08D14A07}" srcOrd="3" destOrd="0" presId="urn:microsoft.com/office/officeart/2005/8/layout/hierarchy2"/>
    <dgm:cxn modelId="{B790E0E1-FF19-4B4C-86C7-5A864C57E72F}" type="presParOf" srcId="{34A21C5C-27D8-4457-A032-873B08D14A07}" destId="{3215FD75-F490-4D55-9305-C20397662EDC}" srcOrd="0" destOrd="0" presId="urn:microsoft.com/office/officeart/2005/8/layout/hierarchy2"/>
    <dgm:cxn modelId="{69A2CA59-6CC6-430C-942E-0A8AE32C0705}" type="presParOf" srcId="{34A21C5C-27D8-4457-A032-873B08D14A07}" destId="{736452BA-52D4-42BF-BE92-92E052F7B50F}" srcOrd="1" destOrd="0" presId="urn:microsoft.com/office/officeart/2005/8/layout/hierarchy2"/>
    <dgm:cxn modelId="{6F110D0C-50E1-4FA3-9458-420CD10DA0B6}" type="presParOf" srcId="{49CF04E2-2AF3-4022-9907-F8FE6BE0F9AE}" destId="{CA85CECE-E088-433C-9C77-C8DE97208825}" srcOrd="4" destOrd="0" presId="urn:microsoft.com/office/officeart/2005/8/layout/hierarchy2"/>
    <dgm:cxn modelId="{2D622A60-C4E9-4A10-A262-F81576E84831}" type="presParOf" srcId="{CA85CECE-E088-433C-9C77-C8DE97208825}" destId="{8932B857-AFF2-4936-81A8-F2DA9D98B0DF}" srcOrd="0" destOrd="0" presId="urn:microsoft.com/office/officeart/2005/8/layout/hierarchy2"/>
    <dgm:cxn modelId="{29EEDB67-6252-410F-8AE9-661A6E6D316A}" type="presParOf" srcId="{49CF04E2-2AF3-4022-9907-F8FE6BE0F9AE}" destId="{A38CA0AA-0D76-4BAE-8BD3-81E968FB7508}" srcOrd="5" destOrd="0" presId="urn:microsoft.com/office/officeart/2005/8/layout/hierarchy2"/>
    <dgm:cxn modelId="{2CF942B3-C3AE-4087-B202-E25ADA176709}" type="presParOf" srcId="{A38CA0AA-0D76-4BAE-8BD3-81E968FB7508}" destId="{38217D18-D787-4592-A7C8-A166E2F43E1C}" srcOrd="0" destOrd="0" presId="urn:microsoft.com/office/officeart/2005/8/layout/hierarchy2"/>
    <dgm:cxn modelId="{8BA36BC9-D917-4CF3-9B9B-F2736E18E673}" type="presParOf" srcId="{A38CA0AA-0D76-4BAE-8BD3-81E968FB7508}" destId="{8E724077-584B-41A3-B1A3-626C5341F29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4A0AD7F-6DA8-4358-B748-F6CCCBB0ACD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8836ED2-74DA-42B9-9071-5D3043C11A41}">
      <dgm:prSet/>
      <dgm:spPr/>
      <dgm:t>
        <a:bodyPr/>
        <a:lstStyle/>
        <a:p>
          <a:r>
            <a:rPr lang="en-GB" b="1"/>
            <a:t>Query: </a:t>
          </a:r>
          <a:r>
            <a:rPr lang="en-GB" i="1"/>
            <a:t>“Does vitamin C prevent the common cold?”</a:t>
          </a:r>
          <a:endParaRPr lang="en-US"/>
        </a:p>
      </dgm:t>
    </dgm:pt>
    <dgm:pt modelId="{2A26AA06-C954-4D09-AFD2-5F297EA45DFC}" type="parTrans" cxnId="{05D0C9CE-3A13-4977-A03B-BBC00BB7045B}">
      <dgm:prSet/>
      <dgm:spPr/>
      <dgm:t>
        <a:bodyPr/>
        <a:lstStyle/>
        <a:p>
          <a:endParaRPr lang="en-US"/>
        </a:p>
      </dgm:t>
    </dgm:pt>
    <dgm:pt modelId="{2B80A30F-0C2C-448C-A125-552BADD604C7}" type="sibTrans" cxnId="{05D0C9CE-3A13-4977-A03B-BBC00BB7045B}">
      <dgm:prSet/>
      <dgm:spPr/>
      <dgm:t>
        <a:bodyPr/>
        <a:lstStyle/>
        <a:p>
          <a:endParaRPr lang="en-US"/>
        </a:p>
      </dgm:t>
    </dgm:pt>
    <dgm:pt modelId="{2C2F4EEB-7946-429A-9E20-13CDA24B0E46}">
      <dgm:prSet/>
      <dgm:spPr/>
      <dgm:t>
        <a:bodyPr/>
        <a:lstStyle/>
        <a:p>
          <a:r>
            <a:rPr lang="en-GB" b="1"/>
            <a:t>Retrieved document says:</a:t>
          </a:r>
          <a:r>
            <a:rPr lang="en-GB"/>
            <a:t>“Vitamin C does not reduce the incidence of the common cold in the general population.”</a:t>
          </a:r>
          <a:endParaRPr lang="en-US"/>
        </a:p>
      </dgm:t>
    </dgm:pt>
    <dgm:pt modelId="{29DE85B3-8E5A-46BF-B359-23840DE662F7}" type="parTrans" cxnId="{99128521-6C09-413A-BD9C-829D7FB3B86D}">
      <dgm:prSet/>
      <dgm:spPr/>
      <dgm:t>
        <a:bodyPr/>
        <a:lstStyle/>
        <a:p>
          <a:endParaRPr lang="en-US"/>
        </a:p>
      </dgm:t>
    </dgm:pt>
    <dgm:pt modelId="{364FCE5B-B6A7-4360-B8FA-78D420D86166}" type="sibTrans" cxnId="{99128521-6C09-413A-BD9C-829D7FB3B86D}">
      <dgm:prSet/>
      <dgm:spPr/>
      <dgm:t>
        <a:bodyPr/>
        <a:lstStyle/>
        <a:p>
          <a:endParaRPr lang="en-US"/>
        </a:p>
      </dgm:t>
    </dgm:pt>
    <dgm:pt modelId="{57C15385-033F-479F-A970-191991AC9421}">
      <dgm:prSet/>
      <dgm:spPr/>
      <dgm:t>
        <a:bodyPr/>
        <a:lstStyle/>
        <a:p>
          <a:r>
            <a:rPr lang="en-GB" b="1"/>
            <a:t>Generated answer: </a:t>
          </a:r>
          <a:r>
            <a:rPr lang="en-GB" i="1"/>
            <a:t>“Vitamin C helps prevent the common cold by boosting immune function.”</a:t>
          </a:r>
          <a:endParaRPr lang="en-US"/>
        </a:p>
      </dgm:t>
    </dgm:pt>
    <dgm:pt modelId="{627F07D1-89AE-491B-B3E4-B006D872AE08}" type="parTrans" cxnId="{5067076E-01BD-442A-87A9-7C1A2B55258F}">
      <dgm:prSet/>
      <dgm:spPr/>
      <dgm:t>
        <a:bodyPr/>
        <a:lstStyle/>
        <a:p>
          <a:endParaRPr lang="en-US"/>
        </a:p>
      </dgm:t>
    </dgm:pt>
    <dgm:pt modelId="{50B1D7A6-104B-4CFD-863F-E894E2729A5B}" type="sibTrans" cxnId="{5067076E-01BD-442A-87A9-7C1A2B55258F}">
      <dgm:prSet/>
      <dgm:spPr/>
      <dgm:t>
        <a:bodyPr/>
        <a:lstStyle/>
        <a:p>
          <a:endParaRPr lang="en-US"/>
        </a:p>
      </dgm:t>
    </dgm:pt>
    <dgm:pt modelId="{9AE538FC-4377-410C-830E-0C25028B568A}">
      <dgm:prSet/>
      <dgm:spPr/>
      <dgm:t>
        <a:bodyPr/>
        <a:lstStyle/>
        <a:p>
          <a:r>
            <a:rPr lang="en-GB"/>
            <a:t>❌ </a:t>
          </a:r>
          <a:r>
            <a:rPr lang="en-GB" b="1"/>
            <a:t>Not faithful</a:t>
          </a:r>
          <a:br>
            <a:rPr lang="en-GB"/>
          </a:br>
          <a:r>
            <a:rPr lang="en-GB"/>
            <a:t>Even though the document was retrieved correctly, the answer contradicts it.</a:t>
          </a:r>
          <a:endParaRPr lang="en-US"/>
        </a:p>
      </dgm:t>
    </dgm:pt>
    <dgm:pt modelId="{AA989175-EE75-4F44-80AB-FC81C26954CB}" type="parTrans" cxnId="{68D2CAFE-0974-46B3-9FD3-99DE15EBE9B8}">
      <dgm:prSet/>
      <dgm:spPr/>
      <dgm:t>
        <a:bodyPr/>
        <a:lstStyle/>
        <a:p>
          <a:endParaRPr lang="en-US"/>
        </a:p>
      </dgm:t>
    </dgm:pt>
    <dgm:pt modelId="{71F28116-1BC5-434E-B496-AB88195A4362}" type="sibTrans" cxnId="{68D2CAFE-0974-46B3-9FD3-99DE15EBE9B8}">
      <dgm:prSet/>
      <dgm:spPr/>
      <dgm:t>
        <a:bodyPr/>
        <a:lstStyle/>
        <a:p>
          <a:endParaRPr lang="en-US"/>
        </a:p>
      </dgm:t>
    </dgm:pt>
    <dgm:pt modelId="{5D0491BC-6C86-4F66-8E99-ED183C09186F}" type="pres">
      <dgm:prSet presAssocID="{24A0AD7F-6DA8-4358-B748-F6CCCBB0ACD1}" presName="linear" presStyleCnt="0">
        <dgm:presLayoutVars>
          <dgm:animLvl val="lvl"/>
          <dgm:resizeHandles val="exact"/>
        </dgm:presLayoutVars>
      </dgm:prSet>
      <dgm:spPr/>
    </dgm:pt>
    <dgm:pt modelId="{DEDA5E1F-49C4-4EC8-9C93-B4D719BE5218}" type="pres">
      <dgm:prSet presAssocID="{98836ED2-74DA-42B9-9071-5D3043C11A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39C25A6-2132-4111-80AC-AB6D00B76154}" type="pres">
      <dgm:prSet presAssocID="{2B80A30F-0C2C-448C-A125-552BADD604C7}" presName="spacer" presStyleCnt="0"/>
      <dgm:spPr/>
    </dgm:pt>
    <dgm:pt modelId="{F8FC390F-8D15-46DC-8398-09599BE6E079}" type="pres">
      <dgm:prSet presAssocID="{2C2F4EEB-7946-429A-9E20-13CDA24B0E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F3D140-1316-4BB1-83A4-BCC71408E731}" type="pres">
      <dgm:prSet presAssocID="{364FCE5B-B6A7-4360-B8FA-78D420D86166}" presName="spacer" presStyleCnt="0"/>
      <dgm:spPr/>
    </dgm:pt>
    <dgm:pt modelId="{6C2BF837-F551-4B3B-84D3-CB3F6932D744}" type="pres">
      <dgm:prSet presAssocID="{57C15385-033F-479F-A970-191991AC94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D2F4A3-BAD4-4B80-B9C3-FDE6F4DCF718}" type="pres">
      <dgm:prSet presAssocID="{50B1D7A6-104B-4CFD-863F-E894E2729A5B}" presName="spacer" presStyleCnt="0"/>
      <dgm:spPr/>
    </dgm:pt>
    <dgm:pt modelId="{C40F9579-A64D-48DC-AEB4-14BC253A819D}" type="pres">
      <dgm:prSet presAssocID="{9AE538FC-4377-410C-830E-0C25028B56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128521-6C09-413A-BD9C-829D7FB3B86D}" srcId="{24A0AD7F-6DA8-4358-B748-F6CCCBB0ACD1}" destId="{2C2F4EEB-7946-429A-9E20-13CDA24B0E46}" srcOrd="1" destOrd="0" parTransId="{29DE85B3-8E5A-46BF-B359-23840DE662F7}" sibTransId="{364FCE5B-B6A7-4360-B8FA-78D420D86166}"/>
    <dgm:cxn modelId="{DAC3C122-0389-4A1A-A53D-F7CEA95C5484}" type="presOf" srcId="{57C15385-033F-479F-A970-191991AC9421}" destId="{6C2BF837-F551-4B3B-84D3-CB3F6932D744}" srcOrd="0" destOrd="0" presId="urn:microsoft.com/office/officeart/2005/8/layout/vList2"/>
    <dgm:cxn modelId="{C985752F-21E0-4D0F-9BE7-3879894C4E05}" type="presOf" srcId="{24A0AD7F-6DA8-4358-B748-F6CCCBB0ACD1}" destId="{5D0491BC-6C86-4F66-8E99-ED183C09186F}" srcOrd="0" destOrd="0" presId="urn:microsoft.com/office/officeart/2005/8/layout/vList2"/>
    <dgm:cxn modelId="{F740CD43-2FAE-4D2B-B38F-DA215D2DDC6B}" type="presOf" srcId="{2C2F4EEB-7946-429A-9E20-13CDA24B0E46}" destId="{F8FC390F-8D15-46DC-8398-09599BE6E079}" srcOrd="0" destOrd="0" presId="urn:microsoft.com/office/officeart/2005/8/layout/vList2"/>
    <dgm:cxn modelId="{5067076E-01BD-442A-87A9-7C1A2B55258F}" srcId="{24A0AD7F-6DA8-4358-B748-F6CCCBB0ACD1}" destId="{57C15385-033F-479F-A970-191991AC9421}" srcOrd="2" destOrd="0" parTransId="{627F07D1-89AE-491B-B3E4-B006D872AE08}" sibTransId="{50B1D7A6-104B-4CFD-863F-E894E2729A5B}"/>
    <dgm:cxn modelId="{A50DAC6F-49F4-4D88-8F3E-7C87148EC2F7}" type="presOf" srcId="{9AE538FC-4377-410C-830E-0C25028B568A}" destId="{C40F9579-A64D-48DC-AEB4-14BC253A819D}" srcOrd="0" destOrd="0" presId="urn:microsoft.com/office/officeart/2005/8/layout/vList2"/>
    <dgm:cxn modelId="{F3FF4B7A-9ED7-49C0-AC0B-7137580A1356}" type="presOf" srcId="{98836ED2-74DA-42B9-9071-5D3043C11A41}" destId="{DEDA5E1F-49C4-4EC8-9C93-B4D719BE5218}" srcOrd="0" destOrd="0" presId="urn:microsoft.com/office/officeart/2005/8/layout/vList2"/>
    <dgm:cxn modelId="{05D0C9CE-3A13-4977-A03B-BBC00BB7045B}" srcId="{24A0AD7F-6DA8-4358-B748-F6CCCBB0ACD1}" destId="{98836ED2-74DA-42B9-9071-5D3043C11A41}" srcOrd="0" destOrd="0" parTransId="{2A26AA06-C954-4D09-AFD2-5F297EA45DFC}" sibTransId="{2B80A30F-0C2C-448C-A125-552BADD604C7}"/>
    <dgm:cxn modelId="{68D2CAFE-0974-46B3-9FD3-99DE15EBE9B8}" srcId="{24A0AD7F-6DA8-4358-B748-F6CCCBB0ACD1}" destId="{9AE538FC-4377-410C-830E-0C25028B568A}" srcOrd="3" destOrd="0" parTransId="{AA989175-EE75-4F44-80AB-FC81C26954CB}" sibTransId="{71F28116-1BC5-434E-B496-AB88195A4362}"/>
    <dgm:cxn modelId="{4DEB08D9-3F02-4494-87BD-63F39A3D9EBC}" type="presParOf" srcId="{5D0491BC-6C86-4F66-8E99-ED183C09186F}" destId="{DEDA5E1F-49C4-4EC8-9C93-B4D719BE5218}" srcOrd="0" destOrd="0" presId="urn:microsoft.com/office/officeart/2005/8/layout/vList2"/>
    <dgm:cxn modelId="{1AD08E10-2417-48AF-9A9C-0A3D6E81947E}" type="presParOf" srcId="{5D0491BC-6C86-4F66-8E99-ED183C09186F}" destId="{C39C25A6-2132-4111-80AC-AB6D00B76154}" srcOrd="1" destOrd="0" presId="urn:microsoft.com/office/officeart/2005/8/layout/vList2"/>
    <dgm:cxn modelId="{7121DFD9-DA93-412B-94F2-48C30F2E1735}" type="presParOf" srcId="{5D0491BC-6C86-4F66-8E99-ED183C09186F}" destId="{F8FC390F-8D15-46DC-8398-09599BE6E079}" srcOrd="2" destOrd="0" presId="urn:microsoft.com/office/officeart/2005/8/layout/vList2"/>
    <dgm:cxn modelId="{F1009CA9-1523-4C5E-BF41-EF82108303D2}" type="presParOf" srcId="{5D0491BC-6C86-4F66-8E99-ED183C09186F}" destId="{A6F3D140-1316-4BB1-83A4-BCC71408E731}" srcOrd="3" destOrd="0" presId="urn:microsoft.com/office/officeart/2005/8/layout/vList2"/>
    <dgm:cxn modelId="{A09D2FAE-8647-424A-9DE0-BE35CD52280C}" type="presParOf" srcId="{5D0491BC-6C86-4F66-8E99-ED183C09186F}" destId="{6C2BF837-F551-4B3B-84D3-CB3F6932D744}" srcOrd="4" destOrd="0" presId="urn:microsoft.com/office/officeart/2005/8/layout/vList2"/>
    <dgm:cxn modelId="{FB657452-0BD8-405C-B7FE-EFE5FAA9F2C6}" type="presParOf" srcId="{5D0491BC-6C86-4F66-8E99-ED183C09186F}" destId="{89D2F4A3-BAD4-4B80-B9C3-FDE6F4DCF718}" srcOrd="5" destOrd="0" presId="urn:microsoft.com/office/officeart/2005/8/layout/vList2"/>
    <dgm:cxn modelId="{C41BB651-1323-48C8-B1CC-6B64D76A3376}" type="presParOf" srcId="{5D0491BC-6C86-4F66-8E99-ED183C09186F}" destId="{C40F9579-A64D-48DC-AEB4-14BC253A81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F93FC0A-AE1C-4F07-8BC0-2A9D93F8630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D720AAD-4066-4B4F-B9D4-21FF5978DCE5}">
      <dgm:prSet/>
      <dgm:spPr/>
      <dgm:t>
        <a:bodyPr/>
        <a:lstStyle/>
        <a:p>
          <a:r>
            <a:rPr lang="en-GB" b="1"/>
            <a:t>Attribution</a:t>
          </a:r>
          <a:r>
            <a:rPr lang="en-GB"/>
            <a:t> asks whether each claim in the generated answer can be </a:t>
          </a:r>
          <a:r>
            <a:rPr lang="en-GB" b="1"/>
            <a:t>explicitly linked to its source document(s)</a:t>
          </a:r>
          <a:r>
            <a:rPr lang="en-GB"/>
            <a:t>.</a:t>
          </a:r>
          <a:endParaRPr lang="en-US"/>
        </a:p>
      </dgm:t>
    </dgm:pt>
    <dgm:pt modelId="{7D6D3627-452D-4E5E-B025-43C92BE99DBD}" type="parTrans" cxnId="{820D7C47-6676-479D-893E-8510D3EE018F}">
      <dgm:prSet/>
      <dgm:spPr/>
      <dgm:t>
        <a:bodyPr/>
        <a:lstStyle/>
        <a:p>
          <a:endParaRPr lang="en-US"/>
        </a:p>
      </dgm:t>
    </dgm:pt>
    <dgm:pt modelId="{0EA21557-C315-4A17-B19D-3E39437C3C33}" type="sibTrans" cxnId="{820D7C47-6676-479D-893E-8510D3EE018F}">
      <dgm:prSet/>
      <dgm:spPr/>
      <dgm:t>
        <a:bodyPr/>
        <a:lstStyle/>
        <a:p>
          <a:endParaRPr lang="en-US"/>
        </a:p>
      </dgm:t>
    </dgm:pt>
    <dgm:pt modelId="{BDA55B7D-1465-4B36-8F30-AF20019C677E}">
      <dgm:prSet/>
      <dgm:spPr/>
      <dgm:t>
        <a:bodyPr/>
        <a:lstStyle/>
        <a:p>
          <a:r>
            <a:rPr lang="en-GB"/>
            <a:t>Attribution is about: </a:t>
          </a:r>
          <a:r>
            <a:rPr lang="en-GB" b="1"/>
            <a:t>Provenance</a:t>
          </a:r>
          <a:r>
            <a:rPr lang="en-GB"/>
            <a:t>, </a:t>
          </a:r>
          <a:r>
            <a:rPr lang="en-GB" b="1"/>
            <a:t>Auditability, Trust</a:t>
          </a:r>
          <a:endParaRPr lang="en-US"/>
        </a:p>
      </dgm:t>
    </dgm:pt>
    <dgm:pt modelId="{DEA551B0-8867-498B-AB27-5808E55AC7D3}" type="parTrans" cxnId="{3EA3033C-4B6F-4CF3-B2A4-8FD95CC3BB67}">
      <dgm:prSet/>
      <dgm:spPr/>
      <dgm:t>
        <a:bodyPr/>
        <a:lstStyle/>
        <a:p>
          <a:endParaRPr lang="en-US"/>
        </a:p>
      </dgm:t>
    </dgm:pt>
    <dgm:pt modelId="{2081EC3C-D15D-4DE7-B9C0-FE0F8BBEE30A}" type="sibTrans" cxnId="{3EA3033C-4B6F-4CF3-B2A4-8FD95CC3BB67}">
      <dgm:prSet/>
      <dgm:spPr/>
      <dgm:t>
        <a:bodyPr/>
        <a:lstStyle/>
        <a:p>
          <a:endParaRPr lang="en-US"/>
        </a:p>
      </dgm:t>
    </dgm:pt>
    <dgm:pt modelId="{AF14C974-258B-4F45-8233-FA3A72605513}">
      <dgm:prSet/>
      <dgm:spPr/>
      <dgm:t>
        <a:bodyPr/>
        <a:lstStyle/>
        <a:p>
          <a:r>
            <a:rPr lang="en-GB"/>
            <a:t>Not about: Whether the claim is true. Or well-grounded internally</a:t>
          </a:r>
          <a:endParaRPr lang="en-US"/>
        </a:p>
      </dgm:t>
    </dgm:pt>
    <dgm:pt modelId="{1F5500A3-0A05-4086-ABAD-50E92FADDFC5}" type="parTrans" cxnId="{24FC3D29-5FFA-4A96-9ABC-6F546848828B}">
      <dgm:prSet/>
      <dgm:spPr/>
      <dgm:t>
        <a:bodyPr/>
        <a:lstStyle/>
        <a:p>
          <a:endParaRPr lang="en-US"/>
        </a:p>
      </dgm:t>
    </dgm:pt>
    <dgm:pt modelId="{1DD2A128-8DF2-49B1-B6C2-BABB3F600CA8}" type="sibTrans" cxnId="{24FC3D29-5FFA-4A96-9ABC-6F546848828B}">
      <dgm:prSet/>
      <dgm:spPr/>
      <dgm:t>
        <a:bodyPr/>
        <a:lstStyle/>
        <a:p>
          <a:endParaRPr lang="en-US"/>
        </a:p>
      </dgm:t>
    </dgm:pt>
    <dgm:pt modelId="{B760C8BF-2CD0-49C1-BD0D-67F32593AC3C}">
      <dgm:prSet/>
      <dgm:spPr/>
      <dgm:t>
        <a:bodyPr/>
        <a:lstStyle/>
        <a:p>
          <a:r>
            <a:rPr lang="en-GB"/>
            <a:t>Grounding asks “is the claim supported?”</a:t>
          </a:r>
          <a:br>
            <a:rPr lang="en-GB"/>
          </a:br>
          <a:r>
            <a:rPr lang="en-GB"/>
            <a:t>Attribution asks “where did this claim come from?”</a:t>
          </a:r>
          <a:endParaRPr lang="en-US"/>
        </a:p>
      </dgm:t>
    </dgm:pt>
    <dgm:pt modelId="{963735FF-6253-42C6-B3DD-2520873DB2EF}" type="parTrans" cxnId="{B3D623FA-05CC-4D9C-B2E3-9D6251C8819D}">
      <dgm:prSet/>
      <dgm:spPr/>
      <dgm:t>
        <a:bodyPr/>
        <a:lstStyle/>
        <a:p>
          <a:endParaRPr lang="en-US"/>
        </a:p>
      </dgm:t>
    </dgm:pt>
    <dgm:pt modelId="{AAEE76EB-40A9-4181-9BF8-2E828D4A2E64}" type="sibTrans" cxnId="{B3D623FA-05CC-4D9C-B2E3-9D6251C8819D}">
      <dgm:prSet/>
      <dgm:spPr/>
      <dgm:t>
        <a:bodyPr/>
        <a:lstStyle/>
        <a:p>
          <a:endParaRPr lang="en-US"/>
        </a:p>
      </dgm:t>
    </dgm:pt>
    <dgm:pt modelId="{633E3234-91FB-4502-89CF-EDDA49A09223}" type="pres">
      <dgm:prSet presAssocID="{7F93FC0A-AE1C-4F07-8BC0-2A9D93F8630D}" presName="vert0" presStyleCnt="0">
        <dgm:presLayoutVars>
          <dgm:dir/>
          <dgm:animOne val="branch"/>
          <dgm:animLvl val="lvl"/>
        </dgm:presLayoutVars>
      </dgm:prSet>
      <dgm:spPr/>
    </dgm:pt>
    <dgm:pt modelId="{50314086-D7B3-4779-BBE0-934548A1B95D}" type="pres">
      <dgm:prSet presAssocID="{AD720AAD-4066-4B4F-B9D4-21FF5978DCE5}" presName="thickLine" presStyleLbl="alignNode1" presStyleIdx="0" presStyleCnt="4"/>
      <dgm:spPr/>
    </dgm:pt>
    <dgm:pt modelId="{74F6467D-5807-4A90-810F-B412C7081B8C}" type="pres">
      <dgm:prSet presAssocID="{AD720AAD-4066-4B4F-B9D4-21FF5978DCE5}" presName="horz1" presStyleCnt="0"/>
      <dgm:spPr/>
    </dgm:pt>
    <dgm:pt modelId="{96F640F7-70C0-4F77-BCB9-E5E47430E11F}" type="pres">
      <dgm:prSet presAssocID="{AD720AAD-4066-4B4F-B9D4-21FF5978DCE5}" presName="tx1" presStyleLbl="revTx" presStyleIdx="0" presStyleCnt="4"/>
      <dgm:spPr/>
    </dgm:pt>
    <dgm:pt modelId="{D3C93034-CD04-44D8-8C3B-799989E47DD2}" type="pres">
      <dgm:prSet presAssocID="{AD720AAD-4066-4B4F-B9D4-21FF5978DCE5}" presName="vert1" presStyleCnt="0"/>
      <dgm:spPr/>
    </dgm:pt>
    <dgm:pt modelId="{1CA162DA-E547-4DFD-9C8A-8B262AFFB36D}" type="pres">
      <dgm:prSet presAssocID="{BDA55B7D-1465-4B36-8F30-AF20019C677E}" presName="thickLine" presStyleLbl="alignNode1" presStyleIdx="1" presStyleCnt="4"/>
      <dgm:spPr/>
    </dgm:pt>
    <dgm:pt modelId="{03A471BC-67CE-4010-9EED-AC341B8306CE}" type="pres">
      <dgm:prSet presAssocID="{BDA55B7D-1465-4B36-8F30-AF20019C677E}" presName="horz1" presStyleCnt="0"/>
      <dgm:spPr/>
    </dgm:pt>
    <dgm:pt modelId="{248E236C-D2B4-4DE7-B53C-129DE8E798E8}" type="pres">
      <dgm:prSet presAssocID="{BDA55B7D-1465-4B36-8F30-AF20019C677E}" presName="tx1" presStyleLbl="revTx" presStyleIdx="1" presStyleCnt="4"/>
      <dgm:spPr/>
    </dgm:pt>
    <dgm:pt modelId="{295A8457-5A4C-4312-B728-0D9021B4768A}" type="pres">
      <dgm:prSet presAssocID="{BDA55B7D-1465-4B36-8F30-AF20019C677E}" presName="vert1" presStyleCnt="0"/>
      <dgm:spPr/>
    </dgm:pt>
    <dgm:pt modelId="{09239059-B78E-49B5-B284-D6B1421F2183}" type="pres">
      <dgm:prSet presAssocID="{AF14C974-258B-4F45-8233-FA3A72605513}" presName="thickLine" presStyleLbl="alignNode1" presStyleIdx="2" presStyleCnt="4"/>
      <dgm:spPr/>
    </dgm:pt>
    <dgm:pt modelId="{CFFFE235-FB4F-4C70-92CC-2B55A3B998BF}" type="pres">
      <dgm:prSet presAssocID="{AF14C974-258B-4F45-8233-FA3A72605513}" presName="horz1" presStyleCnt="0"/>
      <dgm:spPr/>
    </dgm:pt>
    <dgm:pt modelId="{1131774D-AEE6-48D4-8623-F66AD8871978}" type="pres">
      <dgm:prSet presAssocID="{AF14C974-258B-4F45-8233-FA3A72605513}" presName="tx1" presStyleLbl="revTx" presStyleIdx="2" presStyleCnt="4"/>
      <dgm:spPr/>
    </dgm:pt>
    <dgm:pt modelId="{0D0C29F9-F807-4C7D-9522-505EA45821C0}" type="pres">
      <dgm:prSet presAssocID="{AF14C974-258B-4F45-8233-FA3A72605513}" presName="vert1" presStyleCnt="0"/>
      <dgm:spPr/>
    </dgm:pt>
    <dgm:pt modelId="{CB675E50-B412-4453-A614-0735DE8A105E}" type="pres">
      <dgm:prSet presAssocID="{B760C8BF-2CD0-49C1-BD0D-67F32593AC3C}" presName="thickLine" presStyleLbl="alignNode1" presStyleIdx="3" presStyleCnt="4"/>
      <dgm:spPr/>
    </dgm:pt>
    <dgm:pt modelId="{7DE10717-7AD2-49FD-8F56-08DC3E77153A}" type="pres">
      <dgm:prSet presAssocID="{B760C8BF-2CD0-49C1-BD0D-67F32593AC3C}" presName="horz1" presStyleCnt="0"/>
      <dgm:spPr/>
    </dgm:pt>
    <dgm:pt modelId="{999C7C18-3BCA-457A-B4C0-448E3E20E280}" type="pres">
      <dgm:prSet presAssocID="{B760C8BF-2CD0-49C1-BD0D-67F32593AC3C}" presName="tx1" presStyleLbl="revTx" presStyleIdx="3" presStyleCnt="4"/>
      <dgm:spPr/>
    </dgm:pt>
    <dgm:pt modelId="{E79392F5-704E-4B32-B762-DEAC2927057D}" type="pres">
      <dgm:prSet presAssocID="{B760C8BF-2CD0-49C1-BD0D-67F32593AC3C}" presName="vert1" presStyleCnt="0"/>
      <dgm:spPr/>
    </dgm:pt>
  </dgm:ptLst>
  <dgm:cxnLst>
    <dgm:cxn modelId="{E6E16900-1D6A-4E39-8FA7-45255C1BEC82}" type="presOf" srcId="{AF14C974-258B-4F45-8233-FA3A72605513}" destId="{1131774D-AEE6-48D4-8623-F66AD8871978}" srcOrd="0" destOrd="0" presId="urn:microsoft.com/office/officeart/2008/layout/LinedList"/>
    <dgm:cxn modelId="{963AEE15-99CE-4575-993B-15F64E8514FD}" type="presOf" srcId="{B760C8BF-2CD0-49C1-BD0D-67F32593AC3C}" destId="{999C7C18-3BCA-457A-B4C0-448E3E20E280}" srcOrd="0" destOrd="0" presId="urn:microsoft.com/office/officeart/2008/layout/LinedList"/>
    <dgm:cxn modelId="{24FC3D29-5FFA-4A96-9ABC-6F546848828B}" srcId="{7F93FC0A-AE1C-4F07-8BC0-2A9D93F8630D}" destId="{AF14C974-258B-4F45-8233-FA3A72605513}" srcOrd="2" destOrd="0" parTransId="{1F5500A3-0A05-4086-ABAD-50E92FADDFC5}" sibTransId="{1DD2A128-8DF2-49B1-B6C2-BABB3F600CA8}"/>
    <dgm:cxn modelId="{3EA3033C-4B6F-4CF3-B2A4-8FD95CC3BB67}" srcId="{7F93FC0A-AE1C-4F07-8BC0-2A9D93F8630D}" destId="{BDA55B7D-1465-4B36-8F30-AF20019C677E}" srcOrd="1" destOrd="0" parTransId="{DEA551B0-8867-498B-AB27-5808E55AC7D3}" sibTransId="{2081EC3C-D15D-4DE7-B9C0-FE0F8BBEE30A}"/>
    <dgm:cxn modelId="{820D7C47-6676-479D-893E-8510D3EE018F}" srcId="{7F93FC0A-AE1C-4F07-8BC0-2A9D93F8630D}" destId="{AD720AAD-4066-4B4F-B9D4-21FF5978DCE5}" srcOrd="0" destOrd="0" parTransId="{7D6D3627-452D-4E5E-B025-43C92BE99DBD}" sibTransId="{0EA21557-C315-4A17-B19D-3E39437C3C33}"/>
    <dgm:cxn modelId="{04F96C4B-1526-4A37-91CA-02C9908BDE38}" type="presOf" srcId="{AD720AAD-4066-4B4F-B9D4-21FF5978DCE5}" destId="{96F640F7-70C0-4F77-BCB9-E5E47430E11F}" srcOrd="0" destOrd="0" presId="urn:microsoft.com/office/officeart/2008/layout/LinedList"/>
    <dgm:cxn modelId="{8C666E53-DF9D-422F-A734-C79CEF5C188F}" type="presOf" srcId="{BDA55B7D-1465-4B36-8F30-AF20019C677E}" destId="{248E236C-D2B4-4DE7-B53C-129DE8E798E8}" srcOrd="0" destOrd="0" presId="urn:microsoft.com/office/officeart/2008/layout/LinedList"/>
    <dgm:cxn modelId="{84DBAA76-7586-44A2-B5C0-3234294555C1}" type="presOf" srcId="{7F93FC0A-AE1C-4F07-8BC0-2A9D93F8630D}" destId="{633E3234-91FB-4502-89CF-EDDA49A09223}" srcOrd="0" destOrd="0" presId="urn:microsoft.com/office/officeart/2008/layout/LinedList"/>
    <dgm:cxn modelId="{B3D623FA-05CC-4D9C-B2E3-9D6251C8819D}" srcId="{7F93FC0A-AE1C-4F07-8BC0-2A9D93F8630D}" destId="{B760C8BF-2CD0-49C1-BD0D-67F32593AC3C}" srcOrd="3" destOrd="0" parTransId="{963735FF-6253-42C6-B3DD-2520873DB2EF}" sibTransId="{AAEE76EB-40A9-4181-9BF8-2E828D4A2E64}"/>
    <dgm:cxn modelId="{659B138E-FDCF-4F78-8A45-701443BC5FD7}" type="presParOf" srcId="{633E3234-91FB-4502-89CF-EDDA49A09223}" destId="{50314086-D7B3-4779-BBE0-934548A1B95D}" srcOrd="0" destOrd="0" presId="urn:microsoft.com/office/officeart/2008/layout/LinedList"/>
    <dgm:cxn modelId="{491F2CAD-CB42-45F6-9B6B-1D5CF4E08046}" type="presParOf" srcId="{633E3234-91FB-4502-89CF-EDDA49A09223}" destId="{74F6467D-5807-4A90-810F-B412C7081B8C}" srcOrd="1" destOrd="0" presId="urn:microsoft.com/office/officeart/2008/layout/LinedList"/>
    <dgm:cxn modelId="{914029AE-8465-49A4-BB1D-D8D669D17636}" type="presParOf" srcId="{74F6467D-5807-4A90-810F-B412C7081B8C}" destId="{96F640F7-70C0-4F77-BCB9-E5E47430E11F}" srcOrd="0" destOrd="0" presId="urn:microsoft.com/office/officeart/2008/layout/LinedList"/>
    <dgm:cxn modelId="{BA50250E-6D85-4933-A7BE-BD2E50DC4A41}" type="presParOf" srcId="{74F6467D-5807-4A90-810F-B412C7081B8C}" destId="{D3C93034-CD04-44D8-8C3B-799989E47DD2}" srcOrd="1" destOrd="0" presId="urn:microsoft.com/office/officeart/2008/layout/LinedList"/>
    <dgm:cxn modelId="{BD6A607A-3CC5-4997-84EA-4A54EB769356}" type="presParOf" srcId="{633E3234-91FB-4502-89CF-EDDA49A09223}" destId="{1CA162DA-E547-4DFD-9C8A-8B262AFFB36D}" srcOrd="2" destOrd="0" presId="urn:microsoft.com/office/officeart/2008/layout/LinedList"/>
    <dgm:cxn modelId="{4782E9FA-F60D-405A-B0AB-23852A8429FA}" type="presParOf" srcId="{633E3234-91FB-4502-89CF-EDDA49A09223}" destId="{03A471BC-67CE-4010-9EED-AC341B8306CE}" srcOrd="3" destOrd="0" presId="urn:microsoft.com/office/officeart/2008/layout/LinedList"/>
    <dgm:cxn modelId="{37ECEC2A-62A3-4124-B874-8FBA1F2B386E}" type="presParOf" srcId="{03A471BC-67CE-4010-9EED-AC341B8306CE}" destId="{248E236C-D2B4-4DE7-B53C-129DE8E798E8}" srcOrd="0" destOrd="0" presId="urn:microsoft.com/office/officeart/2008/layout/LinedList"/>
    <dgm:cxn modelId="{4F0913D5-C239-47DE-9135-C71898ECE60D}" type="presParOf" srcId="{03A471BC-67CE-4010-9EED-AC341B8306CE}" destId="{295A8457-5A4C-4312-B728-0D9021B4768A}" srcOrd="1" destOrd="0" presId="urn:microsoft.com/office/officeart/2008/layout/LinedList"/>
    <dgm:cxn modelId="{B21AAA64-895F-4513-A5D0-0BB098D02D25}" type="presParOf" srcId="{633E3234-91FB-4502-89CF-EDDA49A09223}" destId="{09239059-B78E-49B5-B284-D6B1421F2183}" srcOrd="4" destOrd="0" presId="urn:microsoft.com/office/officeart/2008/layout/LinedList"/>
    <dgm:cxn modelId="{444E6C95-D5A9-4285-BA9C-EF211A673A4E}" type="presParOf" srcId="{633E3234-91FB-4502-89CF-EDDA49A09223}" destId="{CFFFE235-FB4F-4C70-92CC-2B55A3B998BF}" srcOrd="5" destOrd="0" presId="urn:microsoft.com/office/officeart/2008/layout/LinedList"/>
    <dgm:cxn modelId="{E9C84EB4-AAE9-4B9C-B146-E3BEC4247CF6}" type="presParOf" srcId="{CFFFE235-FB4F-4C70-92CC-2B55A3B998BF}" destId="{1131774D-AEE6-48D4-8623-F66AD8871978}" srcOrd="0" destOrd="0" presId="urn:microsoft.com/office/officeart/2008/layout/LinedList"/>
    <dgm:cxn modelId="{64FDE0E2-5950-4D59-9DAF-DA36052A9163}" type="presParOf" srcId="{CFFFE235-FB4F-4C70-92CC-2B55A3B998BF}" destId="{0D0C29F9-F807-4C7D-9522-505EA45821C0}" srcOrd="1" destOrd="0" presId="urn:microsoft.com/office/officeart/2008/layout/LinedList"/>
    <dgm:cxn modelId="{E0C5400C-B06B-43EA-BFE6-6FE1A5D47E93}" type="presParOf" srcId="{633E3234-91FB-4502-89CF-EDDA49A09223}" destId="{CB675E50-B412-4453-A614-0735DE8A105E}" srcOrd="6" destOrd="0" presId="urn:microsoft.com/office/officeart/2008/layout/LinedList"/>
    <dgm:cxn modelId="{BC4CA796-2333-42E7-8E37-90D4A5589732}" type="presParOf" srcId="{633E3234-91FB-4502-89CF-EDDA49A09223}" destId="{7DE10717-7AD2-49FD-8F56-08DC3E77153A}" srcOrd="7" destOrd="0" presId="urn:microsoft.com/office/officeart/2008/layout/LinedList"/>
    <dgm:cxn modelId="{35EF4674-7471-47CD-9FBA-EEC0870BC781}" type="presParOf" srcId="{7DE10717-7AD2-49FD-8F56-08DC3E77153A}" destId="{999C7C18-3BCA-457A-B4C0-448E3E20E280}" srcOrd="0" destOrd="0" presId="urn:microsoft.com/office/officeart/2008/layout/LinedList"/>
    <dgm:cxn modelId="{8B2CEB55-EBC2-45FA-A4B8-060462D61956}" type="presParOf" srcId="{7DE10717-7AD2-49FD-8F56-08DC3E77153A}" destId="{E79392F5-704E-4B32-B762-DEAC292705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72FF1D6-C2BD-4EE5-95C9-9A7CE58ED4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DA9D66F-7F62-462B-A06A-05CEE62F74DB}">
      <dgm:prSet/>
      <dgm:spPr/>
      <dgm:t>
        <a:bodyPr/>
        <a:lstStyle/>
        <a:p>
          <a:r>
            <a:rPr lang="en-US" b="1"/>
            <a:t>1. Remote Work Policy (HR Handbook)</a:t>
          </a:r>
          <a:endParaRPr lang="en-US"/>
        </a:p>
      </dgm:t>
    </dgm:pt>
    <dgm:pt modelId="{DD212303-EFD7-42E2-A9A5-E9B6AA4E0D0A}" type="parTrans" cxnId="{73F39CE4-D593-4739-A8DF-8C0E663D93DC}">
      <dgm:prSet/>
      <dgm:spPr/>
      <dgm:t>
        <a:bodyPr/>
        <a:lstStyle/>
        <a:p>
          <a:endParaRPr lang="en-US"/>
        </a:p>
      </dgm:t>
    </dgm:pt>
    <dgm:pt modelId="{C048C296-EA36-4DA2-8346-BEDE95F7C28F}" type="sibTrans" cxnId="{73F39CE4-D593-4739-A8DF-8C0E663D93DC}">
      <dgm:prSet/>
      <dgm:spPr/>
      <dgm:t>
        <a:bodyPr/>
        <a:lstStyle/>
        <a:p>
          <a:endParaRPr lang="en-US"/>
        </a:p>
      </dgm:t>
    </dgm:pt>
    <dgm:pt modelId="{1112BE22-32E0-452A-AE6D-D13C2FD69B89}">
      <dgm:prSet/>
      <dgm:spPr/>
      <dgm:t>
        <a:bodyPr/>
        <a:lstStyle/>
        <a:p>
          <a:r>
            <a:rPr lang="en-US"/>
            <a:t>“Employees may work remotely abroad for up to 30 days with manager approval.”</a:t>
          </a:r>
        </a:p>
      </dgm:t>
    </dgm:pt>
    <dgm:pt modelId="{A1C2AB51-EE59-427F-A648-3A477E50D4EB}" type="parTrans" cxnId="{141F1D49-352B-4CD1-B77D-B53FDCA6A3EE}">
      <dgm:prSet/>
      <dgm:spPr/>
      <dgm:t>
        <a:bodyPr/>
        <a:lstStyle/>
        <a:p>
          <a:endParaRPr lang="en-US"/>
        </a:p>
      </dgm:t>
    </dgm:pt>
    <dgm:pt modelId="{5B4F872D-3CFC-421A-9578-FBAC8F225AAE}" type="sibTrans" cxnId="{141F1D49-352B-4CD1-B77D-B53FDCA6A3EE}">
      <dgm:prSet/>
      <dgm:spPr/>
      <dgm:t>
        <a:bodyPr/>
        <a:lstStyle/>
        <a:p>
          <a:endParaRPr lang="en-US"/>
        </a:p>
      </dgm:t>
    </dgm:pt>
    <dgm:pt modelId="{84960824-17D6-453C-A460-579F7B77F35C}">
      <dgm:prSet/>
      <dgm:spPr/>
      <dgm:t>
        <a:bodyPr/>
        <a:lstStyle/>
        <a:p>
          <a:r>
            <a:rPr lang="en-US" b="1"/>
            <a:t>2. Legal Compliance Memo</a:t>
          </a:r>
          <a:endParaRPr lang="en-US"/>
        </a:p>
      </dgm:t>
    </dgm:pt>
    <dgm:pt modelId="{07F11AF2-1F96-4F3F-B772-7CD7AF5F9161}" type="parTrans" cxnId="{689DDEAD-DA58-4048-A0AF-836C960238A3}">
      <dgm:prSet/>
      <dgm:spPr/>
      <dgm:t>
        <a:bodyPr/>
        <a:lstStyle/>
        <a:p>
          <a:endParaRPr lang="en-US"/>
        </a:p>
      </dgm:t>
    </dgm:pt>
    <dgm:pt modelId="{D3BC6455-8BEE-4643-9CFC-0EE9874BA50B}" type="sibTrans" cxnId="{689DDEAD-DA58-4048-A0AF-836C960238A3}">
      <dgm:prSet/>
      <dgm:spPr/>
      <dgm:t>
        <a:bodyPr/>
        <a:lstStyle/>
        <a:p>
          <a:endParaRPr lang="en-US"/>
        </a:p>
      </dgm:t>
    </dgm:pt>
    <dgm:pt modelId="{C8710BC8-CA35-48F6-BDEB-A39FA2BA509C}">
      <dgm:prSet/>
      <dgm:spPr/>
      <dgm:t>
        <a:bodyPr/>
        <a:lstStyle/>
        <a:p>
          <a:r>
            <a:rPr lang="en-US"/>
            <a:t>“Working abroad beyond 30 days may trigger tax residency obligations.”</a:t>
          </a:r>
        </a:p>
      </dgm:t>
    </dgm:pt>
    <dgm:pt modelId="{98EDD530-43FC-4904-9F2C-81E9467F4AB7}" type="parTrans" cxnId="{DBA80035-B3A6-4B29-BD68-3EE08365741D}">
      <dgm:prSet/>
      <dgm:spPr/>
      <dgm:t>
        <a:bodyPr/>
        <a:lstStyle/>
        <a:p>
          <a:endParaRPr lang="en-US"/>
        </a:p>
      </dgm:t>
    </dgm:pt>
    <dgm:pt modelId="{E60C3217-7615-4999-95B1-54312DCAB365}" type="sibTrans" cxnId="{DBA80035-B3A6-4B29-BD68-3EE08365741D}">
      <dgm:prSet/>
      <dgm:spPr/>
      <dgm:t>
        <a:bodyPr/>
        <a:lstStyle/>
        <a:p>
          <a:endParaRPr lang="en-US"/>
        </a:p>
      </dgm:t>
    </dgm:pt>
    <dgm:pt modelId="{5178A9BB-A951-48EF-A097-5DF1E6022F86}">
      <dgm:prSet/>
      <dgm:spPr/>
      <dgm:t>
        <a:bodyPr/>
        <a:lstStyle/>
        <a:p>
          <a:r>
            <a:rPr lang="en-US" b="1"/>
            <a:t>3. HR FAQ</a:t>
          </a:r>
          <a:endParaRPr lang="en-US"/>
        </a:p>
      </dgm:t>
    </dgm:pt>
    <dgm:pt modelId="{6AE6A76D-5D78-452E-85BD-13E76A1702DD}" type="parTrans" cxnId="{B891ED37-F744-4A40-B87A-4D9DAE41F046}">
      <dgm:prSet/>
      <dgm:spPr/>
      <dgm:t>
        <a:bodyPr/>
        <a:lstStyle/>
        <a:p>
          <a:endParaRPr lang="en-US"/>
        </a:p>
      </dgm:t>
    </dgm:pt>
    <dgm:pt modelId="{43246463-8C0B-4673-A7FF-5837FFEE6706}" type="sibTrans" cxnId="{B891ED37-F744-4A40-B87A-4D9DAE41F046}">
      <dgm:prSet/>
      <dgm:spPr/>
      <dgm:t>
        <a:bodyPr/>
        <a:lstStyle/>
        <a:p>
          <a:endParaRPr lang="en-US"/>
        </a:p>
      </dgm:t>
    </dgm:pt>
    <dgm:pt modelId="{69AE49DF-2D06-4CE4-AE21-4E249F1F914E}">
      <dgm:prSet/>
      <dgm:spPr/>
      <dgm:t>
        <a:bodyPr/>
        <a:lstStyle/>
        <a:p>
          <a:r>
            <a:rPr lang="en-US"/>
            <a:t>“Requests exceeding 30 days require legal review.”</a:t>
          </a:r>
        </a:p>
      </dgm:t>
    </dgm:pt>
    <dgm:pt modelId="{659F4136-7E0C-4F62-8F64-F69106C23F9C}" type="parTrans" cxnId="{50D1F237-E699-4752-859D-2CF6B8318969}">
      <dgm:prSet/>
      <dgm:spPr/>
      <dgm:t>
        <a:bodyPr/>
        <a:lstStyle/>
        <a:p>
          <a:endParaRPr lang="en-US"/>
        </a:p>
      </dgm:t>
    </dgm:pt>
    <dgm:pt modelId="{25F50416-04B0-4E31-A533-ABE8D6104D2A}" type="sibTrans" cxnId="{50D1F237-E699-4752-859D-2CF6B8318969}">
      <dgm:prSet/>
      <dgm:spPr/>
      <dgm:t>
        <a:bodyPr/>
        <a:lstStyle/>
        <a:p>
          <a:endParaRPr lang="en-US"/>
        </a:p>
      </dgm:t>
    </dgm:pt>
    <dgm:pt modelId="{EFFD8B53-917F-4789-AAB5-4FB278C006D4}" type="pres">
      <dgm:prSet presAssocID="{072FF1D6-C2BD-4EE5-95C9-9A7CE58ED417}" presName="root" presStyleCnt="0">
        <dgm:presLayoutVars>
          <dgm:dir/>
          <dgm:resizeHandles val="exact"/>
        </dgm:presLayoutVars>
      </dgm:prSet>
      <dgm:spPr/>
    </dgm:pt>
    <dgm:pt modelId="{1A8FBF7D-5CF8-41C3-A1E6-083D62E52137}" type="pres">
      <dgm:prSet presAssocID="{1DA9D66F-7F62-462B-A06A-05CEE62F74DB}" presName="compNode" presStyleCnt="0"/>
      <dgm:spPr/>
    </dgm:pt>
    <dgm:pt modelId="{508ED366-31B4-4187-96B0-CCC4ABF7D5E1}" type="pres">
      <dgm:prSet presAssocID="{1DA9D66F-7F62-462B-A06A-05CEE62F74DB}" presName="bgRect" presStyleLbl="bgShp" presStyleIdx="0" presStyleCnt="3"/>
      <dgm:spPr/>
    </dgm:pt>
    <dgm:pt modelId="{32E6D16F-6486-4242-8BD4-DC04897C0CD3}" type="pres">
      <dgm:prSet presAssocID="{1DA9D66F-7F62-462B-A06A-05CEE62F74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FC290B1-DD98-4AC8-8EBE-39A32EB1013D}" type="pres">
      <dgm:prSet presAssocID="{1DA9D66F-7F62-462B-A06A-05CEE62F74DB}" presName="spaceRect" presStyleCnt="0"/>
      <dgm:spPr/>
    </dgm:pt>
    <dgm:pt modelId="{93D10E84-E2BA-4402-8CE8-F0CF48A90436}" type="pres">
      <dgm:prSet presAssocID="{1DA9D66F-7F62-462B-A06A-05CEE62F74DB}" presName="parTx" presStyleLbl="revTx" presStyleIdx="0" presStyleCnt="6">
        <dgm:presLayoutVars>
          <dgm:chMax val="0"/>
          <dgm:chPref val="0"/>
        </dgm:presLayoutVars>
      </dgm:prSet>
      <dgm:spPr/>
    </dgm:pt>
    <dgm:pt modelId="{9C284074-730D-4D46-AE6C-D2C0AD9A3805}" type="pres">
      <dgm:prSet presAssocID="{1DA9D66F-7F62-462B-A06A-05CEE62F74DB}" presName="desTx" presStyleLbl="revTx" presStyleIdx="1" presStyleCnt="6">
        <dgm:presLayoutVars/>
      </dgm:prSet>
      <dgm:spPr/>
    </dgm:pt>
    <dgm:pt modelId="{F39C4F80-F6CA-4636-9842-5F1CB5BA6125}" type="pres">
      <dgm:prSet presAssocID="{C048C296-EA36-4DA2-8346-BEDE95F7C28F}" presName="sibTrans" presStyleCnt="0"/>
      <dgm:spPr/>
    </dgm:pt>
    <dgm:pt modelId="{5C39F0D6-DD13-401D-A64A-1C6F84017D60}" type="pres">
      <dgm:prSet presAssocID="{84960824-17D6-453C-A460-579F7B77F35C}" presName="compNode" presStyleCnt="0"/>
      <dgm:spPr/>
    </dgm:pt>
    <dgm:pt modelId="{C4FB1787-3B7A-4CBD-AAF2-09DD8E7964AB}" type="pres">
      <dgm:prSet presAssocID="{84960824-17D6-453C-A460-579F7B77F35C}" presName="bgRect" presStyleLbl="bgShp" presStyleIdx="1" presStyleCnt="3"/>
      <dgm:spPr/>
    </dgm:pt>
    <dgm:pt modelId="{0643BF05-4570-4C36-AE22-229FD05EB606}" type="pres">
      <dgm:prSet presAssocID="{84960824-17D6-453C-A460-579F7B77F3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C9A1A4F4-1C25-4F7E-9BAA-763233BFEFC3}" type="pres">
      <dgm:prSet presAssocID="{84960824-17D6-453C-A460-579F7B77F35C}" presName="spaceRect" presStyleCnt="0"/>
      <dgm:spPr/>
    </dgm:pt>
    <dgm:pt modelId="{DB1A168A-C20E-4AB3-B8C5-77AD3DCA9CF8}" type="pres">
      <dgm:prSet presAssocID="{84960824-17D6-453C-A460-579F7B77F35C}" presName="parTx" presStyleLbl="revTx" presStyleIdx="2" presStyleCnt="6">
        <dgm:presLayoutVars>
          <dgm:chMax val="0"/>
          <dgm:chPref val="0"/>
        </dgm:presLayoutVars>
      </dgm:prSet>
      <dgm:spPr/>
    </dgm:pt>
    <dgm:pt modelId="{F30160F9-B544-4AAB-A328-F94EE7CD5DC1}" type="pres">
      <dgm:prSet presAssocID="{84960824-17D6-453C-A460-579F7B77F35C}" presName="desTx" presStyleLbl="revTx" presStyleIdx="3" presStyleCnt="6">
        <dgm:presLayoutVars/>
      </dgm:prSet>
      <dgm:spPr/>
    </dgm:pt>
    <dgm:pt modelId="{E11C7800-D3FB-47D4-8A62-B4653900F397}" type="pres">
      <dgm:prSet presAssocID="{D3BC6455-8BEE-4643-9CFC-0EE9874BA50B}" presName="sibTrans" presStyleCnt="0"/>
      <dgm:spPr/>
    </dgm:pt>
    <dgm:pt modelId="{30D21620-3FC1-4685-833F-EE955F6CFE70}" type="pres">
      <dgm:prSet presAssocID="{5178A9BB-A951-48EF-A097-5DF1E6022F86}" presName="compNode" presStyleCnt="0"/>
      <dgm:spPr/>
    </dgm:pt>
    <dgm:pt modelId="{C4695308-2B5C-4515-9A26-7EC87C2EC5DE}" type="pres">
      <dgm:prSet presAssocID="{5178A9BB-A951-48EF-A097-5DF1E6022F86}" presName="bgRect" presStyleLbl="bgShp" presStyleIdx="2" presStyleCnt="3"/>
      <dgm:spPr/>
    </dgm:pt>
    <dgm:pt modelId="{C47ED501-1286-4616-BC73-77FC72DDB10E}" type="pres">
      <dgm:prSet presAssocID="{5178A9BB-A951-48EF-A097-5DF1E6022F8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7B0C2D1-9DE7-4A6A-8689-B4DA46E363F2}" type="pres">
      <dgm:prSet presAssocID="{5178A9BB-A951-48EF-A097-5DF1E6022F86}" presName="spaceRect" presStyleCnt="0"/>
      <dgm:spPr/>
    </dgm:pt>
    <dgm:pt modelId="{6B7B1E81-6E8D-48FD-84B3-0195452796BD}" type="pres">
      <dgm:prSet presAssocID="{5178A9BB-A951-48EF-A097-5DF1E6022F86}" presName="parTx" presStyleLbl="revTx" presStyleIdx="4" presStyleCnt="6">
        <dgm:presLayoutVars>
          <dgm:chMax val="0"/>
          <dgm:chPref val="0"/>
        </dgm:presLayoutVars>
      </dgm:prSet>
      <dgm:spPr/>
    </dgm:pt>
    <dgm:pt modelId="{E0466363-949C-4786-A479-E22D842F819C}" type="pres">
      <dgm:prSet presAssocID="{5178A9BB-A951-48EF-A097-5DF1E6022F86}" presName="desTx" presStyleLbl="revTx" presStyleIdx="5" presStyleCnt="6">
        <dgm:presLayoutVars/>
      </dgm:prSet>
      <dgm:spPr/>
    </dgm:pt>
  </dgm:ptLst>
  <dgm:cxnLst>
    <dgm:cxn modelId="{DBA80035-B3A6-4B29-BD68-3EE08365741D}" srcId="{84960824-17D6-453C-A460-579F7B77F35C}" destId="{C8710BC8-CA35-48F6-BDEB-A39FA2BA509C}" srcOrd="0" destOrd="0" parTransId="{98EDD530-43FC-4904-9F2C-81E9467F4AB7}" sibTransId="{E60C3217-7615-4999-95B1-54312DCAB365}"/>
    <dgm:cxn modelId="{B891ED37-F744-4A40-B87A-4D9DAE41F046}" srcId="{072FF1D6-C2BD-4EE5-95C9-9A7CE58ED417}" destId="{5178A9BB-A951-48EF-A097-5DF1E6022F86}" srcOrd="2" destOrd="0" parTransId="{6AE6A76D-5D78-452E-85BD-13E76A1702DD}" sibTransId="{43246463-8C0B-4673-A7FF-5837FFEE6706}"/>
    <dgm:cxn modelId="{50D1F237-E699-4752-859D-2CF6B8318969}" srcId="{5178A9BB-A951-48EF-A097-5DF1E6022F86}" destId="{69AE49DF-2D06-4CE4-AE21-4E249F1F914E}" srcOrd="0" destOrd="0" parTransId="{659F4136-7E0C-4F62-8F64-F69106C23F9C}" sibTransId="{25F50416-04B0-4E31-A533-ABE8D6104D2A}"/>
    <dgm:cxn modelId="{141F1D49-352B-4CD1-B77D-B53FDCA6A3EE}" srcId="{1DA9D66F-7F62-462B-A06A-05CEE62F74DB}" destId="{1112BE22-32E0-452A-AE6D-D13C2FD69B89}" srcOrd="0" destOrd="0" parTransId="{A1C2AB51-EE59-427F-A648-3A477E50D4EB}" sibTransId="{5B4F872D-3CFC-421A-9578-FBAC8F225AAE}"/>
    <dgm:cxn modelId="{DEAB858E-93BD-4A4B-AF4F-F7308EEA54E7}" type="presOf" srcId="{1112BE22-32E0-452A-AE6D-D13C2FD69B89}" destId="{9C284074-730D-4D46-AE6C-D2C0AD9A3805}" srcOrd="0" destOrd="0" presId="urn:microsoft.com/office/officeart/2018/2/layout/IconVerticalSolidList"/>
    <dgm:cxn modelId="{241D1F91-44FE-4B2E-9858-7B1571E79DEE}" type="presOf" srcId="{072FF1D6-C2BD-4EE5-95C9-9A7CE58ED417}" destId="{EFFD8B53-917F-4789-AAB5-4FB278C006D4}" srcOrd="0" destOrd="0" presId="urn:microsoft.com/office/officeart/2018/2/layout/IconVerticalSolidList"/>
    <dgm:cxn modelId="{97AD84A3-6E0A-4EFC-ADD5-7FC95AD02C6D}" type="presOf" srcId="{1DA9D66F-7F62-462B-A06A-05CEE62F74DB}" destId="{93D10E84-E2BA-4402-8CE8-F0CF48A90436}" srcOrd="0" destOrd="0" presId="urn:microsoft.com/office/officeart/2018/2/layout/IconVerticalSolidList"/>
    <dgm:cxn modelId="{689DDEAD-DA58-4048-A0AF-836C960238A3}" srcId="{072FF1D6-C2BD-4EE5-95C9-9A7CE58ED417}" destId="{84960824-17D6-453C-A460-579F7B77F35C}" srcOrd="1" destOrd="0" parTransId="{07F11AF2-1F96-4F3F-B772-7CD7AF5F9161}" sibTransId="{D3BC6455-8BEE-4643-9CFC-0EE9874BA50B}"/>
    <dgm:cxn modelId="{92BA6EB0-2D33-4020-9358-0234C55AD2FF}" type="presOf" srcId="{69AE49DF-2D06-4CE4-AE21-4E249F1F914E}" destId="{E0466363-949C-4786-A479-E22D842F819C}" srcOrd="0" destOrd="0" presId="urn:microsoft.com/office/officeart/2018/2/layout/IconVerticalSolidList"/>
    <dgm:cxn modelId="{0746BCB2-2FDC-40A9-B325-DB83E4695862}" type="presOf" srcId="{5178A9BB-A951-48EF-A097-5DF1E6022F86}" destId="{6B7B1E81-6E8D-48FD-84B3-0195452796BD}" srcOrd="0" destOrd="0" presId="urn:microsoft.com/office/officeart/2018/2/layout/IconVerticalSolidList"/>
    <dgm:cxn modelId="{44B057DB-15C7-4B37-B119-B24ACF2BE18C}" type="presOf" srcId="{84960824-17D6-453C-A460-579F7B77F35C}" destId="{DB1A168A-C20E-4AB3-B8C5-77AD3DCA9CF8}" srcOrd="0" destOrd="0" presId="urn:microsoft.com/office/officeart/2018/2/layout/IconVerticalSolidList"/>
    <dgm:cxn modelId="{73F39CE4-D593-4739-A8DF-8C0E663D93DC}" srcId="{072FF1D6-C2BD-4EE5-95C9-9A7CE58ED417}" destId="{1DA9D66F-7F62-462B-A06A-05CEE62F74DB}" srcOrd="0" destOrd="0" parTransId="{DD212303-EFD7-42E2-A9A5-E9B6AA4E0D0A}" sibTransId="{C048C296-EA36-4DA2-8346-BEDE95F7C28F}"/>
    <dgm:cxn modelId="{D80A6EF6-311A-4EEB-8F9A-FC60F5F7A33F}" type="presOf" srcId="{C8710BC8-CA35-48F6-BDEB-A39FA2BA509C}" destId="{F30160F9-B544-4AAB-A328-F94EE7CD5DC1}" srcOrd="0" destOrd="0" presId="urn:microsoft.com/office/officeart/2018/2/layout/IconVerticalSolidList"/>
    <dgm:cxn modelId="{FF8B7D54-F603-41F2-AA4C-05621A4EC90C}" type="presParOf" srcId="{EFFD8B53-917F-4789-AAB5-4FB278C006D4}" destId="{1A8FBF7D-5CF8-41C3-A1E6-083D62E52137}" srcOrd="0" destOrd="0" presId="urn:microsoft.com/office/officeart/2018/2/layout/IconVerticalSolidList"/>
    <dgm:cxn modelId="{AB2A7225-A48D-4A7A-B16A-A6AC88F720FC}" type="presParOf" srcId="{1A8FBF7D-5CF8-41C3-A1E6-083D62E52137}" destId="{508ED366-31B4-4187-96B0-CCC4ABF7D5E1}" srcOrd="0" destOrd="0" presId="urn:microsoft.com/office/officeart/2018/2/layout/IconVerticalSolidList"/>
    <dgm:cxn modelId="{522A3BB6-896F-4D1D-880D-2EE9D7D11579}" type="presParOf" srcId="{1A8FBF7D-5CF8-41C3-A1E6-083D62E52137}" destId="{32E6D16F-6486-4242-8BD4-DC04897C0CD3}" srcOrd="1" destOrd="0" presId="urn:microsoft.com/office/officeart/2018/2/layout/IconVerticalSolidList"/>
    <dgm:cxn modelId="{F3A5E041-CBA7-4564-BF2A-D1245E291BB6}" type="presParOf" srcId="{1A8FBF7D-5CF8-41C3-A1E6-083D62E52137}" destId="{AFC290B1-DD98-4AC8-8EBE-39A32EB1013D}" srcOrd="2" destOrd="0" presId="urn:microsoft.com/office/officeart/2018/2/layout/IconVerticalSolidList"/>
    <dgm:cxn modelId="{89240BF6-19E0-4148-B000-0DCFF0C2DC18}" type="presParOf" srcId="{1A8FBF7D-5CF8-41C3-A1E6-083D62E52137}" destId="{93D10E84-E2BA-4402-8CE8-F0CF48A90436}" srcOrd="3" destOrd="0" presId="urn:microsoft.com/office/officeart/2018/2/layout/IconVerticalSolidList"/>
    <dgm:cxn modelId="{3C447038-C6C9-4B87-9F10-4664962ACEA6}" type="presParOf" srcId="{1A8FBF7D-5CF8-41C3-A1E6-083D62E52137}" destId="{9C284074-730D-4D46-AE6C-D2C0AD9A3805}" srcOrd="4" destOrd="0" presId="urn:microsoft.com/office/officeart/2018/2/layout/IconVerticalSolidList"/>
    <dgm:cxn modelId="{E40CF471-9E0C-46F2-A3D8-BB9FC97FE5BC}" type="presParOf" srcId="{EFFD8B53-917F-4789-AAB5-4FB278C006D4}" destId="{F39C4F80-F6CA-4636-9842-5F1CB5BA6125}" srcOrd="1" destOrd="0" presId="urn:microsoft.com/office/officeart/2018/2/layout/IconVerticalSolidList"/>
    <dgm:cxn modelId="{B90ABB0B-D7EF-4569-AA32-B35707970125}" type="presParOf" srcId="{EFFD8B53-917F-4789-AAB5-4FB278C006D4}" destId="{5C39F0D6-DD13-401D-A64A-1C6F84017D60}" srcOrd="2" destOrd="0" presId="urn:microsoft.com/office/officeart/2018/2/layout/IconVerticalSolidList"/>
    <dgm:cxn modelId="{DFE49CD5-2AC5-47DC-9FE6-ACC9E5776E3B}" type="presParOf" srcId="{5C39F0D6-DD13-401D-A64A-1C6F84017D60}" destId="{C4FB1787-3B7A-4CBD-AAF2-09DD8E7964AB}" srcOrd="0" destOrd="0" presId="urn:microsoft.com/office/officeart/2018/2/layout/IconVerticalSolidList"/>
    <dgm:cxn modelId="{30B306BD-695C-404B-970F-A0F38F425FBD}" type="presParOf" srcId="{5C39F0D6-DD13-401D-A64A-1C6F84017D60}" destId="{0643BF05-4570-4C36-AE22-229FD05EB606}" srcOrd="1" destOrd="0" presId="urn:microsoft.com/office/officeart/2018/2/layout/IconVerticalSolidList"/>
    <dgm:cxn modelId="{1D2C70E6-A26E-4D2F-9D2F-DBCD749EC9F0}" type="presParOf" srcId="{5C39F0D6-DD13-401D-A64A-1C6F84017D60}" destId="{C9A1A4F4-1C25-4F7E-9BAA-763233BFEFC3}" srcOrd="2" destOrd="0" presId="urn:microsoft.com/office/officeart/2018/2/layout/IconVerticalSolidList"/>
    <dgm:cxn modelId="{E850828B-7DFE-46D5-9AD0-141640F99507}" type="presParOf" srcId="{5C39F0D6-DD13-401D-A64A-1C6F84017D60}" destId="{DB1A168A-C20E-4AB3-B8C5-77AD3DCA9CF8}" srcOrd="3" destOrd="0" presId="urn:microsoft.com/office/officeart/2018/2/layout/IconVerticalSolidList"/>
    <dgm:cxn modelId="{62F9A81F-D6DD-452C-96C8-B4976DDB6D4F}" type="presParOf" srcId="{5C39F0D6-DD13-401D-A64A-1C6F84017D60}" destId="{F30160F9-B544-4AAB-A328-F94EE7CD5DC1}" srcOrd="4" destOrd="0" presId="urn:microsoft.com/office/officeart/2018/2/layout/IconVerticalSolidList"/>
    <dgm:cxn modelId="{FB30346F-F8C2-44C0-B5A6-091EB8126398}" type="presParOf" srcId="{EFFD8B53-917F-4789-AAB5-4FB278C006D4}" destId="{E11C7800-D3FB-47D4-8A62-B4653900F397}" srcOrd="3" destOrd="0" presId="urn:microsoft.com/office/officeart/2018/2/layout/IconVerticalSolidList"/>
    <dgm:cxn modelId="{B06A0DBA-F6B5-43C2-9636-40DEEB0FF71A}" type="presParOf" srcId="{EFFD8B53-917F-4789-AAB5-4FB278C006D4}" destId="{30D21620-3FC1-4685-833F-EE955F6CFE70}" srcOrd="4" destOrd="0" presId="urn:microsoft.com/office/officeart/2018/2/layout/IconVerticalSolidList"/>
    <dgm:cxn modelId="{253B97DB-1DC8-43D8-9BF6-CDF63B0E20CE}" type="presParOf" srcId="{30D21620-3FC1-4685-833F-EE955F6CFE70}" destId="{C4695308-2B5C-4515-9A26-7EC87C2EC5DE}" srcOrd="0" destOrd="0" presId="urn:microsoft.com/office/officeart/2018/2/layout/IconVerticalSolidList"/>
    <dgm:cxn modelId="{1EE6C334-864F-4DE1-BD19-422866F5A383}" type="presParOf" srcId="{30D21620-3FC1-4685-833F-EE955F6CFE70}" destId="{C47ED501-1286-4616-BC73-77FC72DDB10E}" srcOrd="1" destOrd="0" presId="urn:microsoft.com/office/officeart/2018/2/layout/IconVerticalSolidList"/>
    <dgm:cxn modelId="{7DB74D60-C58A-4C32-8543-7F0D480D1476}" type="presParOf" srcId="{30D21620-3FC1-4685-833F-EE955F6CFE70}" destId="{07B0C2D1-9DE7-4A6A-8689-B4DA46E363F2}" srcOrd="2" destOrd="0" presId="urn:microsoft.com/office/officeart/2018/2/layout/IconVerticalSolidList"/>
    <dgm:cxn modelId="{C56B7359-79AB-4BE6-8E56-EB8F1E9DAB44}" type="presParOf" srcId="{30D21620-3FC1-4685-833F-EE955F6CFE70}" destId="{6B7B1E81-6E8D-48FD-84B3-0195452796BD}" srcOrd="3" destOrd="0" presId="urn:microsoft.com/office/officeart/2018/2/layout/IconVerticalSolidList"/>
    <dgm:cxn modelId="{07ECE4CF-5CB2-40A6-AB3F-2363561570C8}" type="presParOf" srcId="{30D21620-3FC1-4685-833F-EE955F6CFE70}" destId="{E0466363-949C-4786-A479-E22D842F81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D735E5-1A2A-4F6F-87E4-953DAD9812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BB17CFE-44CB-416D-82A1-E3B8AB7A514B}">
      <dgm:prSet/>
      <dgm:spPr/>
      <dgm:t>
        <a:bodyPr/>
        <a:lstStyle/>
        <a:p>
          <a:r>
            <a:rPr lang="en-GB"/>
            <a:t>Reliable evaluation under non-determinism</a:t>
          </a:r>
          <a:endParaRPr lang="en-US"/>
        </a:p>
      </dgm:t>
    </dgm:pt>
    <dgm:pt modelId="{E5ACFA2A-E4D4-4E34-BF5E-99B9645C3A54}" type="parTrans" cxnId="{5A7C4E75-C0CD-4D8D-A4D1-17A1BD6828AD}">
      <dgm:prSet/>
      <dgm:spPr/>
      <dgm:t>
        <a:bodyPr/>
        <a:lstStyle/>
        <a:p>
          <a:endParaRPr lang="en-US"/>
        </a:p>
      </dgm:t>
    </dgm:pt>
    <dgm:pt modelId="{589ACAF6-7A8B-45E1-998C-258EA072FD2A}" type="sibTrans" cxnId="{5A7C4E75-C0CD-4D8D-A4D1-17A1BD6828AD}">
      <dgm:prSet/>
      <dgm:spPr/>
      <dgm:t>
        <a:bodyPr/>
        <a:lstStyle/>
        <a:p>
          <a:endParaRPr lang="en-US"/>
        </a:p>
      </dgm:t>
    </dgm:pt>
    <dgm:pt modelId="{9AA2A6FA-38BB-40E8-A30C-51EB210D3187}">
      <dgm:prSet/>
      <dgm:spPr/>
      <dgm:t>
        <a:bodyPr/>
        <a:lstStyle/>
        <a:p>
          <a:r>
            <a:rPr lang="en-GB"/>
            <a:t>Faithfulness guarantees</a:t>
          </a:r>
          <a:endParaRPr lang="en-US"/>
        </a:p>
      </dgm:t>
    </dgm:pt>
    <dgm:pt modelId="{98608389-6B0B-4908-AE76-692CAB1707A0}" type="parTrans" cxnId="{2F02CC96-B067-4A44-A2FE-269164EBEBC7}">
      <dgm:prSet/>
      <dgm:spPr/>
      <dgm:t>
        <a:bodyPr/>
        <a:lstStyle/>
        <a:p>
          <a:endParaRPr lang="en-US"/>
        </a:p>
      </dgm:t>
    </dgm:pt>
    <dgm:pt modelId="{E8129AA4-8374-432E-8B99-1A66078FFA94}" type="sibTrans" cxnId="{2F02CC96-B067-4A44-A2FE-269164EBEBC7}">
      <dgm:prSet/>
      <dgm:spPr/>
      <dgm:t>
        <a:bodyPr/>
        <a:lstStyle/>
        <a:p>
          <a:endParaRPr lang="en-US"/>
        </a:p>
      </dgm:t>
    </dgm:pt>
    <dgm:pt modelId="{0FF2F155-D58C-4F71-8A21-945DFFD04A5A}">
      <dgm:prSet/>
      <dgm:spPr/>
      <dgm:t>
        <a:bodyPr/>
        <a:lstStyle/>
        <a:p>
          <a:r>
            <a:rPr lang="en-GB"/>
            <a:t>Cost-aware IR pipelines</a:t>
          </a:r>
          <a:endParaRPr lang="en-US"/>
        </a:p>
      </dgm:t>
    </dgm:pt>
    <dgm:pt modelId="{3D7618AD-6D79-48E9-98D3-7144700034F2}" type="parTrans" cxnId="{E35ABFEC-247B-4EF5-A1BC-B94B8AE4B116}">
      <dgm:prSet/>
      <dgm:spPr/>
      <dgm:t>
        <a:bodyPr/>
        <a:lstStyle/>
        <a:p>
          <a:endParaRPr lang="en-US"/>
        </a:p>
      </dgm:t>
    </dgm:pt>
    <dgm:pt modelId="{8780EC48-6429-42EA-83F8-7906FF9B09A4}" type="sibTrans" cxnId="{E35ABFEC-247B-4EF5-A1BC-B94B8AE4B116}">
      <dgm:prSet/>
      <dgm:spPr/>
      <dgm:t>
        <a:bodyPr/>
        <a:lstStyle/>
        <a:p>
          <a:endParaRPr lang="en-US"/>
        </a:p>
      </dgm:t>
    </dgm:pt>
    <dgm:pt modelId="{1EC8677A-BD25-434E-A93D-AC971961E6F8}">
      <dgm:prSet/>
      <dgm:spPr/>
      <dgm:t>
        <a:bodyPr/>
        <a:lstStyle/>
        <a:p>
          <a:r>
            <a:rPr lang="en-GB"/>
            <a:t>Domain-specific retrieval grounding</a:t>
          </a:r>
          <a:endParaRPr lang="en-US"/>
        </a:p>
      </dgm:t>
    </dgm:pt>
    <dgm:pt modelId="{BA718702-1523-48C7-934A-5577DB1648C1}" type="parTrans" cxnId="{FEF4B25C-452D-430B-842D-E60E6657060A}">
      <dgm:prSet/>
      <dgm:spPr/>
      <dgm:t>
        <a:bodyPr/>
        <a:lstStyle/>
        <a:p>
          <a:endParaRPr lang="en-US"/>
        </a:p>
      </dgm:t>
    </dgm:pt>
    <dgm:pt modelId="{F99A63D8-30E7-4452-B196-451A1CB9B254}" type="sibTrans" cxnId="{FEF4B25C-452D-430B-842D-E60E6657060A}">
      <dgm:prSet/>
      <dgm:spPr/>
      <dgm:t>
        <a:bodyPr/>
        <a:lstStyle/>
        <a:p>
          <a:endParaRPr lang="en-US"/>
        </a:p>
      </dgm:t>
    </dgm:pt>
    <dgm:pt modelId="{1A3E8481-DD82-464E-B629-6C68BE71DA54}" type="pres">
      <dgm:prSet presAssocID="{95D735E5-1A2A-4F6F-87E4-953DAD9812A8}" presName="root" presStyleCnt="0">
        <dgm:presLayoutVars>
          <dgm:dir/>
          <dgm:resizeHandles val="exact"/>
        </dgm:presLayoutVars>
      </dgm:prSet>
      <dgm:spPr/>
    </dgm:pt>
    <dgm:pt modelId="{5B6F5F04-99DF-485B-8F97-B841D2582408}" type="pres">
      <dgm:prSet presAssocID="{9BB17CFE-44CB-416D-82A1-E3B8AB7A514B}" presName="compNode" presStyleCnt="0"/>
      <dgm:spPr/>
    </dgm:pt>
    <dgm:pt modelId="{3B4CF619-EDC5-42ED-9E42-26BD8A38B811}" type="pres">
      <dgm:prSet presAssocID="{9BB17CFE-44CB-416D-82A1-E3B8AB7A514B}" presName="bgRect" presStyleLbl="bgShp" presStyleIdx="0" presStyleCnt="4"/>
      <dgm:spPr/>
    </dgm:pt>
    <dgm:pt modelId="{57005227-43AD-4478-BCFC-4CF6FD4A8B07}" type="pres">
      <dgm:prSet presAssocID="{9BB17CFE-44CB-416D-82A1-E3B8AB7A51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3C2B93B-B53A-4A71-B449-270A96D9C517}" type="pres">
      <dgm:prSet presAssocID="{9BB17CFE-44CB-416D-82A1-E3B8AB7A514B}" presName="spaceRect" presStyleCnt="0"/>
      <dgm:spPr/>
    </dgm:pt>
    <dgm:pt modelId="{1828F8CF-F7F4-41D8-857E-7EA4A50DC6A7}" type="pres">
      <dgm:prSet presAssocID="{9BB17CFE-44CB-416D-82A1-E3B8AB7A514B}" presName="parTx" presStyleLbl="revTx" presStyleIdx="0" presStyleCnt="4">
        <dgm:presLayoutVars>
          <dgm:chMax val="0"/>
          <dgm:chPref val="0"/>
        </dgm:presLayoutVars>
      </dgm:prSet>
      <dgm:spPr/>
    </dgm:pt>
    <dgm:pt modelId="{ABEAF1B2-A711-442D-BE42-F42E1D1904AE}" type="pres">
      <dgm:prSet presAssocID="{589ACAF6-7A8B-45E1-998C-258EA072FD2A}" presName="sibTrans" presStyleCnt="0"/>
      <dgm:spPr/>
    </dgm:pt>
    <dgm:pt modelId="{33364DF8-5283-48F0-88AD-065A04AAACEC}" type="pres">
      <dgm:prSet presAssocID="{9AA2A6FA-38BB-40E8-A30C-51EB210D3187}" presName="compNode" presStyleCnt="0"/>
      <dgm:spPr/>
    </dgm:pt>
    <dgm:pt modelId="{F07CDCB9-0B0B-485A-BBA5-5E55120E7E0A}" type="pres">
      <dgm:prSet presAssocID="{9AA2A6FA-38BB-40E8-A30C-51EB210D3187}" presName="bgRect" presStyleLbl="bgShp" presStyleIdx="1" presStyleCnt="4"/>
      <dgm:spPr/>
    </dgm:pt>
    <dgm:pt modelId="{640F9864-32F0-4FEA-9885-8749D9F3AA64}" type="pres">
      <dgm:prSet presAssocID="{9AA2A6FA-38BB-40E8-A30C-51EB210D318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FCEBCA5-C305-4B5C-8791-2A61AF0417C2}" type="pres">
      <dgm:prSet presAssocID="{9AA2A6FA-38BB-40E8-A30C-51EB210D3187}" presName="spaceRect" presStyleCnt="0"/>
      <dgm:spPr/>
    </dgm:pt>
    <dgm:pt modelId="{311D48F2-2FA5-4C3F-ADF6-B5854C578292}" type="pres">
      <dgm:prSet presAssocID="{9AA2A6FA-38BB-40E8-A30C-51EB210D3187}" presName="parTx" presStyleLbl="revTx" presStyleIdx="1" presStyleCnt="4">
        <dgm:presLayoutVars>
          <dgm:chMax val="0"/>
          <dgm:chPref val="0"/>
        </dgm:presLayoutVars>
      </dgm:prSet>
      <dgm:spPr/>
    </dgm:pt>
    <dgm:pt modelId="{158CA4D3-2121-4BCD-B270-C5C407C0F281}" type="pres">
      <dgm:prSet presAssocID="{E8129AA4-8374-432E-8B99-1A66078FFA94}" presName="sibTrans" presStyleCnt="0"/>
      <dgm:spPr/>
    </dgm:pt>
    <dgm:pt modelId="{616CEECE-0A3B-4021-9D26-3C1EABF4EB92}" type="pres">
      <dgm:prSet presAssocID="{0FF2F155-D58C-4F71-8A21-945DFFD04A5A}" presName="compNode" presStyleCnt="0"/>
      <dgm:spPr/>
    </dgm:pt>
    <dgm:pt modelId="{B9A971DA-B029-4B30-881F-E474BC098155}" type="pres">
      <dgm:prSet presAssocID="{0FF2F155-D58C-4F71-8A21-945DFFD04A5A}" presName="bgRect" presStyleLbl="bgShp" presStyleIdx="2" presStyleCnt="4"/>
      <dgm:spPr/>
    </dgm:pt>
    <dgm:pt modelId="{F8FDE036-2289-450F-ABD7-BBFF10D27D80}" type="pres">
      <dgm:prSet presAssocID="{0FF2F155-D58C-4F71-8A21-945DFFD04A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41BF001-8456-4A97-8F85-A849977451D6}" type="pres">
      <dgm:prSet presAssocID="{0FF2F155-D58C-4F71-8A21-945DFFD04A5A}" presName="spaceRect" presStyleCnt="0"/>
      <dgm:spPr/>
    </dgm:pt>
    <dgm:pt modelId="{4985EA78-61FE-4DD5-816E-168C2CEFD035}" type="pres">
      <dgm:prSet presAssocID="{0FF2F155-D58C-4F71-8A21-945DFFD04A5A}" presName="parTx" presStyleLbl="revTx" presStyleIdx="2" presStyleCnt="4">
        <dgm:presLayoutVars>
          <dgm:chMax val="0"/>
          <dgm:chPref val="0"/>
        </dgm:presLayoutVars>
      </dgm:prSet>
      <dgm:spPr/>
    </dgm:pt>
    <dgm:pt modelId="{6C24BF1F-42DE-4DBE-9D74-EE158EB5AA27}" type="pres">
      <dgm:prSet presAssocID="{8780EC48-6429-42EA-83F8-7906FF9B09A4}" presName="sibTrans" presStyleCnt="0"/>
      <dgm:spPr/>
    </dgm:pt>
    <dgm:pt modelId="{C182D317-71E5-4A9E-BF83-1AF55BB6D702}" type="pres">
      <dgm:prSet presAssocID="{1EC8677A-BD25-434E-A93D-AC971961E6F8}" presName="compNode" presStyleCnt="0"/>
      <dgm:spPr/>
    </dgm:pt>
    <dgm:pt modelId="{367DABEA-762A-4103-9FBE-28CE9967E0BF}" type="pres">
      <dgm:prSet presAssocID="{1EC8677A-BD25-434E-A93D-AC971961E6F8}" presName="bgRect" presStyleLbl="bgShp" presStyleIdx="3" presStyleCnt="4"/>
      <dgm:spPr/>
    </dgm:pt>
    <dgm:pt modelId="{6F812FF7-8FBE-40B8-9CB0-D390209AF5DE}" type="pres">
      <dgm:prSet presAssocID="{1EC8677A-BD25-434E-A93D-AC971961E6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504F09D-ED99-4D81-BE75-3E334E995716}" type="pres">
      <dgm:prSet presAssocID="{1EC8677A-BD25-434E-A93D-AC971961E6F8}" presName="spaceRect" presStyleCnt="0"/>
      <dgm:spPr/>
    </dgm:pt>
    <dgm:pt modelId="{EB4AA5E7-8C7E-4E15-9430-59513CD3DB08}" type="pres">
      <dgm:prSet presAssocID="{1EC8677A-BD25-434E-A93D-AC971961E6F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4CE5B32-92B2-41CB-A671-BC0407D6C180}" type="presOf" srcId="{1EC8677A-BD25-434E-A93D-AC971961E6F8}" destId="{EB4AA5E7-8C7E-4E15-9430-59513CD3DB08}" srcOrd="0" destOrd="0" presId="urn:microsoft.com/office/officeart/2018/2/layout/IconVerticalSolidList"/>
    <dgm:cxn modelId="{37207634-B50F-45F2-B3F9-6976868A8E4C}" type="presOf" srcId="{95D735E5-1A2A-4F6F-87E4-953DAD9812A8}" destId="{1A3E8481-DD82-464E-B629-6C68BE71DA54}" srcOrd="0" destOrd="0" presId="urn:microsoft.com/office/officeart/2018/2/layout/IconVerticalSolidList"/>
    <dgm:cxn modelId="{FEF4B25C-452D-430B-842D-E60E6657060A}" srcId="{95D735E5-1A2A-4F6F-87E4-953DAD9812A8}" destId="{1EC8677A-BD25-434E-A93D-AC971961E6F8}" srcOrd="3" destOrd="0" parTransId="{BA718702-1523-48C7-934A-5577DB1648C1}" sibTransId="{F99A63D8-30E7-4452-B196-451A1CB9B254}"/>
    <dgm:cxn modelId="{9F2F6B6E-D74D-42C2-A772-123FB0C63781}" type="presOf" srcId="{9AA2A6FA-38BB-40E8-A30C-51EB210D3187}" destId="{311D48F2-2FA5-4C3F-ADF6-B5854C578292}" srcOrd="0" destOrd="0" presId="urn:microsoft.com/office/officeart/2018/2/layout/IconVerticalSolidList"/>
    <dgm:cxn modelId="{6786AA6F-FD06-473C-8B0E-50ACD67B5D29}" type="presOf" srcId="{0FF2F155-D58C-4F71-8A21-945DFFD04A5A}" destId="{4985EA78-61FE-4DD5-816E-168C2CEFD035}" srcOrd="0" destOrd="0" presId="urn:microsoft.com/office/officeart/2018/2/layout/IconVerticalSolidList"/>
    <dgm:cxn modelId="{DE835C71-F376-4508-9A3C-28F17C93CE33}" type="presOf" srcId="{9BB17CFE-44CB-416D-82A1-E3B8AB7A514B}" destId="{1828F8CF-F7F4-41D8-857E-7EA4A50DC6A7}" srcOrd="0" destOrd="0" presId="urn:microsoft.com/office/officeart/2018/2/layout/IconVerticalSolidList"/>
    <dgm:cxn modelId="{5A7C4E75-C0CD-4D8D-A4D1-17A1BD6828AD}" srcId="{95D735E5-1A2A-4F6F-87E4-953DAD9812A8}" destId="{9BB17CFE-44CB-416D-82A1-E3B8AB7A514B}" srcOrd="0" destOrd="0" parTransId="{E5ACFA2A-E4D4-4E34-BF5E-99B9645C3A54}" sibTransId="{589ACAF6-7A8B-45E1-998C-258EA072FD2A}"/>
    <dgm:cxn modelId="{2F02CC96-B067-4A44-A2FE-269164EBEBC7}" srcId="{95D735E5-1A2A-4F6F-87E4-953DAD9812A8}" destId="{9AA2A6FA-38BB-40E8-A30C-51EB210D3187}" srcOrd="1" destOrd="0" parTransId="{98608389-6B0B-4908-AE76-692CAB1707A0}" sibTransId="{E8129AA4-8374-432E-8B99-1A66078FFA94}"/>
    <dgm:cxn modelId="{E35ABFEC-247B-4EF5-A1BC-B94B8AE4B116}" srcId="{95D735E5-1A2A-4F6F-87E4-953DAD9812A8}" destId="{0FF2F155-D58C-4F71-8A21-945DFFD04A5A}" srcOrd="2" destOrd="0" parTransId="{3D7618AD-6D79-48E9-98D3-7144700034F2}" sibTransId="{8780EC48-6429-42EA-83F8-7906FF9B09A4}"/>
    <dgm:cxn modelId="{8D8E8AD0-45DA-4997-8BE7-CA7DD7CB99D1}" type="presParOf" srcId="{1A3E8481-DD82-464E-B629-6C68BE71DA54}" destId="{5B6F5F04-99DF-485B-8F97-B841D2582408}" srcOrd="0" destOrd="0" presId="urn:microsoft.com/office/officeart/2018/2/layout/IconVerticalSolidList"/>
    <dgm:cxn modelId="{5BEAC213-E5ED-4C5B-8C07-751E446BEF05}" type="presParOf" srcId="{5B6F5F04-99DF-485B-8F97-B841D2582408}" destId="{3B4CF619-EDC5-42ED-9E42-26BD8A38B811}" srcOrd="0" destOrd="0" presId="urn:microsoft.com/office/officeart/2018/2/layout/IconVerticalSolidList"/>
    <dgm:cxn modelId="{5BF9C89E-A664-4722-B62F-E6CE53F26A52}" type="presParOf" srcId="{5B6F5F04-99DF-485B-8F97-B841D2582408}" destId="{57005227-43AD-4478-BCFC-4CF6FD4A8B07}" srcOrd="1" destOrd="0" presId="urn:microsoft.com/office/officeart/2018/2/layout/IconVerticalSolidList"/>
    <dgm:cxn modelId="{910C13B9-AA2A-4580-8BA2-861BFF3951F8}" type="presParOf" srcId="{5B6F5F04-99DF-485B-8F97-B841D2582408}" destId="{D3C2B93B-B53A-4A71-B449-270A96D9C517}" srcOrd="2" destOrd="0" presId="urn:microsoft.com/office/officeart/2018/2/layout/IconVerticalSolidList"/>
    <dgm:cxn modelId="{C356FDC0-0A7B-4CF4-A49C-4842433416C6}" type="presParOf" srcId="{5B6F5F04-99DF-485B-8F97-B841D2582408}" destId="{1828F8CF-F7F4-41D8-857E-7EA4A50DC6A7}" srcOrd="3" destOrd="0" presId="urn:microsoft.com/office/officeart/2018/2/layout/IconVerticalSolidList"/>
    <dgm:cxn modelId="{171BDA56-08AF-4FCF-93DD-ADEFCC3534A4}" type="presParOf" srcId="{1A3E8481-DD82-464E-B629-6C68BE71DA54}" destId="{ABEAF1B2-A711-442D-BE42-F42E1D1904AE}" srcOrd="1" destOrd="0" presId="urn:microsoft.com/office/officeart/2018/2/layout/IconVerticalSolidList"/>
    <dgm:cxn modelId="{F7BA2C1B-F67A-4AC9-9FAD-AB74110B0E10}" type="presParOf" srcId="{1A3E8481-DD82-464E-B629-6C68BE71DA54}" destId="{33364DF8-5283-48F0-88AD-065A04AAACEC}" srcOrd="2" destOrd="0" presId="urn:microsoft.com/office/officeart/2018/2/layout/IconVerticalSolidList"/>
    <dgm:cxn modelId="{F0921F57-FD4D-44AC-A91F-8643FE15C937}" type="presParOf" srcId="{33364DF8-5283-48F0-88AD-065A04AAACEC}" destId="{F07CDCB9-0B0B-485A-BBA5-5E55120E7E0A}" srcOrd="0" destOrd="0" presId="urn:microsoft.com/office/officeart/2018/2/layout/IconVerticalSolidList"/>
    <dgm:cxn modelId="{EEE2C19E-210C-4342-9788-4352ED42A985}" type="presParOf" srcId="{33364DF8-5283-48F0-88AD-065A04AAACEC}" destId="{640F9864-32F0-4FEA-9885-8749D9F3AA64}" srcOrd="1" destOrd="0" presId="urn:microsoft.com/office/officeart/2018/2/layout/IconVerticalSolidList"/>
    <dgm:cxn modelId="{39EC87AA-CF83-41B3-95F4-F27D861C9C43}" type="presParOf" srcId="{33364DF8-5283-48F0-88AD-065A04AAACEC}" destId="{8FCEBCA5-C305-4B5C-8791-2A61AF0417C2}" srcOrd="2" destOrd="0" presId="urn:microsoft.com/office/officeart/2018/2/layout/IconVerticalSolidList"/>
    <dgm:cxn modelId="{AB62A6D7-FF69-41ED-8552-8BC6B72A626D}" type="presParOf" srcId="{33364DF8-5283-48F0-88AD-065A04AAACEC}" destId="{311D48F2-2FA5-4C3F-ADF6-B5854C578292}" srcOrd="3" destOrd="0" presId="urn:microsoft.com/office/officeart/2018/2/layout/IconVerticalSolidList"/>
    <dgm:cxn modelId="{49174616-B73B-47B1-BB72-D01EF6F5923D}" type="presParOf" srcId="{1A3E8481-DD82-464E-B629-6C68BE71DA54}" destId="{158CA4D3-2121-4BCD-B270-C5C407C0F281}" srcOrd="3" destOrd="0" presId="urn:microsoft.com/office/officeart/2018/2/layout/IconVerticalSolidList"/>
    <dgm:cxn modelId="{17B22C1E-9400-4E4B-A5B6-CAA7289BB73B}" type="presParOf" srcId="{1A3E8481-DD82-464E-B629-6C68BE71DA54}" destId="{616CEECE-0A3B-4021-9D26-3C1EABF4EB92}" srcOrd="4" destOrd="0" presId="urn:microsoft.com/office/officeart/2018/2/layout/IconVerticalSolidList"/>
    <dgm:cxn modelId="{FF61A064-D179-448B-9DFA-B13DAE95F240}" type="presParOf" srcId="{616CEECE-0A3B-4021-9D26-3C1EABF4EB92}" destId="{B9A971DA-B029-4B30-881F-E474BC098155}" srcOrd="0" destOrd="0" presId="urn:microsoft.com/office/officeart/2018/2/layout/IconVerticalSolidList"/>
    <dgm:cxn modelId="{076B8F68-D40F-4153-9D19-A6D71A1957CF}" type="presParOf" srcId="{616CEECE-0A3B-4021-9D26-3C1EABF4EB92}" destId="{F8FDE036-2289-450F-ABD7-BBFF10D27D80}" srcOrd="1" destOrd="0" presId="urn:microsoft.com/office/officeart/2018/2/layout/IconVerticalSolidList"/>
    <dgm:cxn modelId="{87295CCF-894C-401B-92A6-3E4F7FCF7305}" type="presParOf" srcId="{616CEECE-0A3B-4021-9D26-3C1EABF4EB92}" destId="{C41BF001-8456-4A97-8F85-A849977451D6}" srcOrd="2" destOrd="0" presId="urn:microsoft.com/office/officeart/2018/2/layout/IconVerticalSolidList"/>
    <dgm:cxn modelId="{5437F918-0CAA-4B37-887C-709DDFB0D82D}" type="presParOf" srcId="{616CEECE-0A3B-4021-9D26-3C1EABF4EB92}" destId="{4985EA78-61FE-4DD5-816E-168C2CEFD035}" srcOrd="3" destOrd="0" presId="urn:microsoft.com/office/officeart/2018/2/layout/IconVerticalSolidList"/>
    <dgm:cxn modelId="{62006DB1-D64B-4FDF-BE57-6F0CA703C0BF}" type="presParOf" srcId="{1A3E8481-DD82-464E-B629-6C68BE71DA54}" destId="{6C24BF1F-42DE-4DBE-9D74-EE158EB5AA27}" srcOrd="5" destOrd="0" presId="urn:microsoft.com/office/officeart/2018/2/layout/IconVerticalSolidList"/>
    <dgm:cxn modelId="{C6BE942A-0584-4EB1-BF94-904D782A2936}" type="presParOf" srcId="{1A3E8481-DD82-464E-B629-6C68BE71DA54}" destId="{C182D317-71E5-4A9E-BF83-1AF55BB6D702}" srcOrd="6" destOrd="0" presId="urn:microsoft.com/office/officeart/2018/2/layout/IconVerticalSolidList"/>
    <dgm:cxn modelId="{8FEA7D4D-76CD-48D0-A268-D09428AFAB30}" type="presParOf" srcId="{C182D317-71E5-4A9E-BF83-1AF55BB6D702}" destId="{367DABEA-762A-4103-9FBE-28CE9967E0BF}" srcOrd="0" destOrd="0" presId="urn:microsoft.com/office/officeart/2018/2/layout/IconVerticalSolidList"/>
    <dgm:cxn modelId="{C7216DBC-B918-4018-9B21-0D758E97FBAE}" type="presParOf" srcId="{C182D317-71E5-4A9E-BF83-1AF55BB6D702}" destId="{6F812FF7-8FBE-40B8-9CB0-D390209AF5DE}" srcOrd="1" destOrd="0" presId="urn:microsoft.com/office/officeart/2018/2/layout/IconVerticalSolidList"/>
    <dgm:cxn modelId="{8E96EF96-57BC-427E-B566-F08A93FECECF}" type="presParOf" srcId="{C182D317-71E5-4A9E-BF83-1AF55BB6D702}" destId="{D504F09D-ED99-4D81-BE75-3E334E995716}" srcOrd="2" destOrd="0" presId="urn:microsoft.com/office/officeart/2018/2/layout/IconVerticalSolidList"/>
    <dgm:cxn modelId="{FE5F1D6F-92B8-49FA-AED0-F8494B9B9117}" type="presParOf" srcId="{C182D317-71E5-4A9E-BF83-1AF55BB6D702}" destId="{EB4AA5E7-8C7E-4E15-9430-59513CD3DB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C895CB2-FE74-407D-AFC1-4F1D0DBAD374}" type="doc">
      <dgm:prSet loTypeId="urn:microsoft.com/office/officeart/2016/7/layout/VerticalDownArrowProcess" loCatId="process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0CB0132-4E8D-4691-A348-F193408AFA2F}">
      <dgm:prSet/>
      <dgm:spPr/>
      <dgm:t>
        <a:bodyPr/>
        <a:lstStyle/>
        <a:p>
          <a:r>
            <a:rPr lang="en-GB" b="1"/>
            <a:t>SIGIR: ACM SIGIR Conference on Research and Development in Information Retrieval</a:t>
          </a:r>
          <a:endParaRPr lang="en-US"/>
        </a:p>
      </dgm:t>
    </dgm:pt>
    <dgm:pt modelId="{7E448C05-ED29-4ADB-94E8-76DF2B12D6CE}" type="parTrans" cxnId="{FA710D4C-C71C-498B-8E3B-18A3085A3D13}">
      <dgm:prSet/>
      <dgm:spPr/>
      <dgm:t>
        <a:bodyPr/>
        <a:lstStyle/>
        <a:p>
          <a:endParaRPr lang="en-US"/>
        </a:p>
      </dgm:t>
    </dgm:pt>
    <dgm:pt modelId="{063EA185-E17B-49D2-9EEB-EDF0C471BC4D}" type="sibTrans" cxnId="{FA710D4C-C71C-498B-8E3B-18A3085A3D13}">
      <dgm:prSet/>
      <dgm:spPr/>
      <dgm:t>
        <a:bodyPr/>
        <a:lstStyle/>
        <a:p>
          <a:endParaRPr lang="en-US"/>
        </a:p>
      </dgm:t>
    </dgm:pt>
    <dgm:pt modelId="{E292C057-4320-440A-80D1-F17AFE313512}">
      <dgm:prSet/>
      <dgm:spPr/>
      <dgm:t>
        <a:bodyPr/>
        <a:lstStyle/>
        <a:p>
          <a:r>
            <a:rPr lang="en-GB" b="1"/>
            <a:t>Flagship IR conference</a:t>
          </a:r>
          <a:endParaRPr lang="en-US"/>
        </a:p>
      </dgm:t>
    </dgm:pt>
    <dgm:pt modelId="{E1BCDC1D-5FB7-4D0F-BCA5-E90DC97E00B8}" type="parTrans" cxnId="{67B840C0-0685-491E-977E-D3291B01F746}">
      <dgm:prSet/>
      <dgm:spPr/>
      <dgm:t>
        <a:bodyPr/>
        <a:lstStyle/>
        <a:p>
          <a:endParaRPr lang="en-US"/>
        </a:p>
      </dgm:t>
    </dgm:pt>
    <dgm:pt modelId="{8E4A35BF-16CF-4DB0-8173-C96FA2EEC9C5}" type="sibTrans" cxnId="{67B840C0-0685-491E-977E-D3291B01F746}">
      <dgm:prSet/>
      <dgm:spPr/>
      <dgm:t>
        <a:bodyPr/>
        <a:lstStyle/>
        <a:p>
          <a:endParaRPr lang="en-US"/>
        </a:p>
      </dgm:t>
    </dgm:pt>
    <dgm:pt modelId="{7135536F-AFDE-49EC-8E95-78D30D4A4B76}">
      <dgm:prSet/>
      <dgm:spPr/>
      <dgm:t>
        <a:bodyPr/>
        <a:lstStyle/>
        <a:p>
          <a:r>
            <a:rPr lang="en-GB"/>
            <a:t>Core home for:</a:t>
          </a:r>
          <a:endParaRPr lang="en-US"/>
        </a:p>
      </dgm:t>
    </dgm:pt>
    <dgm:pt modelId="{2922690C-F118-437F-8807-D63865EBA444}" type="parTrans" cxnId="{3BF4D673-AFBC-4541-A62A-6B88A0C0B149}">
      <dgm:prSet/>
      <dgm:spPr/>
      <dgm:t>
        <a:bodyPr/>
        <a:lstStyle/>
        <a:p>
          <a:endParaRPr lang="en-US"/>
        </a:p>
      </dgm:t>
    </dgm:pt>
    <dgm:pt modelId="{09433CBF-F2D9-4CB0-A223-25F3EDA194E4}" type="sibTrans" cxnId="{3BF4D673-AFBC-4541-A62A-6B88A0C0B149}">
      <dgm:prSet/>
      <dgm:spPr/>
      <dgm:t>
        <a:bodyPr/>
        <a:lstStyle/>
        <a:p>
          <a:endParaRPr lang="en-US"/>
        </a:p>
      </dgm:t>
    </dgm:pt>
    <dgm:pt modelId="{9C422954-10D0-4F1E-AA7F-0C8840BFE74C}">
      <dgm:prSet/>
      <dgm:spPr/>
      <dgm:t>
        <a:bodyPr/>
        <a:lstStyle/>
        <a:p>
          <a:r>
            <a:rPr lang="en-GB"/>
            <a:t>Neural IR</a:t>
          </a:r>
          <a:endParaRPr lang="en-US"/>
        </a:p>
      </dgm:t>
    </dgm:pt>
    <dgm:pt modelId="{2CBC1A37-14D5-4C55-90AD-A60B098875DF}" type="parTrans" cxnId="{5647F1C9-F6FA-4603-9716-CDC50EB6A4DB}">
      <dgm:prSet/>
      <dgm:spPr/>
      <dgm:t>
        <a:bodyPr/>
        <a:lstStyle/>
        <a:p>
          <a:endParaRPr lang="en-US"/>
        </a:p>
      </dgm:t>
    </dgm:pt>
    <dgm:pt modelId="{1663DA06-2A5B-4A10-A207-84E61E20BEE4}" type="sibTrans" cxnId="{5647F1C9-F6FA-4603-9716-CDC50EB6A4DB}">
      <dgm:prSet/>
      <dgm:spPr/>
      <dgm:t>
        <a:bodyPr/>
        <a:lstStyle/>
        <a:p>
          <a:endParaRPr lang="en-US"/>
        </a:p>
      </dgm:t>
    </dgm:pt>
    <dgm:pt modelId="{9EE8A3F2-E60C-44AD-B482-34599615D529}">
      <dgm:prSet/>
      <dgm:spPr/>
      <dgm:t>
        <a:bodyPr/>
        <a:lstStyle/>
        <a:p>
          <a:r>
            <a:rPr lang="en-GB"/>
            <a:t>LLM-based search</a:t>
          </a:r>
          <a:endParaRPr lang="en-US"/>
        </a:p>
      </dgm:t>
    </dgm:pt>
    <dgm:pt modelId="{50607CB7-1303-4C2F-8408-6349C7489807}" type="parTrans" cxnId="{C1F73844-32AA-4E5E-9E41-6A8CCED056AB}">
      <dgm:prSet/>
      <dgm:spPr/>
      <dgm:t>
        <a:bodyPr/>
        <a:lstStyle/>
        <a:p>
          <a:endParaRPr lang="en-US"/>
        </a:p>
      </dgm:t>
    </dgm:pt>
    <dgm:pt modelId="{4248711D-D746-45CF-A9A9-2FD898E77806}" type="sibTrans" cxnId="{C1F73844-32AA-4E5E-9E41-6A8CCED056AB}">
      <dgm:prSet/>
      <dgm:spPr/>
      <dgm:t>
        <a:bodyPr/>
        <a:lstStyle/>
        <a:p>
          <a:endParaRPr lang="en-US"/>
        </a:p>
      </dgm:t>
    </dgm:pt>
    <dgm:pt modelId="{B8A840C0-0A7F-4233-BDDC-5BED6AEAFDDC}">
      <dgm:prSet/>
      <dgm:spPr/>
      <dgm:t>
        <a:bodyPr/>
        <a:lstStyle/>
        <a:p>
          <a:r>
            <a:rPr lang="en-GB"/>
            <a:t>RAG, conversational search</a:t>
          </a:r>
          <a:endParaRPr lang="en-US"/>
        </a:p>
      </dgm:t>
    </dgm:pt>
    <dgm:pt modelId="{89BA825E-E666-4951-AA85-F806F7804A1F}" type="parTrans" cxnId="{12F1F263-1B1F-47FE-9DFA-EDD3AEA98D81}">
      <dgm:prSet/>
      <dgm:spPr/>
      <dgm:t>
        <a:bodyPr/>
        <a:lstStyle/>
        <a:p>
          <a:endParaRPr lang="en-US"/>
        </a:p>
      </dgm:t>
    </dgm:pt>
    <dgm:pt modelId="{0CCE58B1-3E34-48DD-98A4-AB5BFE9352DB}" type="sibTrans" cxnId="{12F1F263-1B1F-47FE-9DFA-EDD3AEA98D81}">
      <dgm:prSet/>
      <dgm:spPr/>
      <dgm:t>
        <a:bodyPr/>
        <a:lstStyle/>
        <a:p>
          <a:endParaRPr lang="en-US"/>
        </a:p>
      </dgm:t>
    </dgm:pt>
    <dgm:pt modelId="{FD1A95D3-75CA-41CC-B4E4-2291C613AA93}">
      <dgm:prSet/>
      <dgm:spPr/>
      <dgm:t>
        <a:bodyPr/>
        <a:lstStyle/>
        <a:p>
          <a:r>
            <a:rPr lang="en-GB"/>
            <a:t>Evaluation and benchmarks</a:t>
          </a:r>
          <a:endParaRPr lang="en-US"/>
        </a:p>
      </dgm:t>
    </dgm:pt>
    <dgm:pt modelId="{CBAF7349-A119-4717-BF6E-9051E20A319B}" type="parTrans" cxnId="{7E26EE3D-1A38-4F2F-89D8-E20E39F8FC4A}">
      <dgm:prSet/>
      <dgm:spPr/>
      <dgm:t>
        <a:bodyPr/>
        <a:lstStyle/>
        <a:p>
          <a:endParaRPr lang="en-US"/>
        </a:p>
      </dgm:t>
    </dgm:pt>
    <dgm:pt modelId="{14DE04AD-258E-4278-991E-DC0F3D863D52}" type="sibTrans" cxnId="{7E26EE3D-1A38-4F2F-89D8-E20E39F8FC4A}">
      <dgm:prSet/>
      <dgm:spPr/>
      <dgm:t>
        <a:bodyPr/>
        <a:lstStyle/>
        <a:p>
          <a:endParaRPr lang="en-US"/>
        </a:p>
      </dgm:t>
    </dgm:pt>
    <dgm:pt modelId="{499317D8-4375-47F5-97E0-9E5D97501B32}">
      <dgm:prSet/>
      <dgm:spPr/>
      <dgm:t>
        <a:bodyPr/>
        <a:lstStyle/>
        <a:p>
          <a:r>
            <a:rPr lang="en-GB"/>
            <a:t>Sets </a:t>
          </a:r>
          <a:r>
            <a:rPr lang="en-GB" b="1"/>
            <a:t>methodological standards</a:t>
          </a:r>
          <a:r>
            <a:rPr lang="en-GB"/>
            <a:t> for IR</a:t>
          </a:r>
          <a:endParaRPr lang="en-US"/>
        </a:p>
      </dgm:t>
    </dgm:pt>
    <dgm:pt modelId="{BAB26042-D9C6-4A1C-BCDB-CAD3F44E3EE1}" type="parTrans" cxnId="{3046828D-027E-4751-8A9A-0F0B385A2D24}">
      <dgm:prSet/>
      <dgm:spPr/>
      <dgm:t>
        <a:bodyPr/>
        <a:lstStyle/>
        <a:p>
          <a:endParaRPr lang="en-US"/>
        </a:p>
      </dgm:t>
    </dgm:pt>
    <dgm:pt modelId="{CA5E8158-3270-4C67-A46D-63EE2028A5C9}" type="sibTrans" cxnId="{3046828D-027E-4751-8A9A-0F0B385A2D24}">
      <dgm:prSet/>
      <dgm:spPr/>
      <dgm:t>
        <a:bodyPr/>
        <a:lstStyle/>
        <a:p>
          <a:endParaRPr lang="en-US"/>
        </a:p>
      </dgm:t>
    </dgm:pt>
    <dgm:pt modelId="{447D8752-1303-4C2C-94E3-E47E92754C99}">
      <dgm:prSet/>
      <dgm:spPr/>
      <dgm:t>
        <a:bodyPr/>
        <a:lstStyle/>
        <a:p>
          <a:r>
            <a:rPr lang="en-GB"/>
            <a:t>📌 </a:t>
          </a:r>
          <a:r>
            <a:rPr lang="en-GB" i="1"/>
            <a:t>Top venue for LLM-powered search systems</a:t>
          </a:r>
          <a:endParaRPr lang="en-US"/>
        </a:p>
      </dgm:t>
    </dgm:pt>
    <dgm:pt modelId="{CC13F979-2155-423E-A127-FFB5B6F4244C}" type="parTrans" cxnId="{041E7ED0-7327-4FEF-9826-8D9328345C99}">
      <dgm:prSet/>
      <dgm:spPr/>
      <dgm:t>
        <a:bodyPr/>
        <a:lstStyle/>
        <a:p>
          <a:endParaRPr lang="en-US"/>
        </a:p>
      </dgm:t>
    </dgm:pt>
    <dgm:pt modelId="{818C915D-F293-4F19-BD61-EFE51563EFD8}" type="sibTrans" cxnId="{041E7ED0-7327-4FEF-9826-8D9328345C99}">
      <dgm:prSet/>
      <dgm:spPr/>
      <dgm:t>
        <a:bodyPr/>
        <a:lstStyle/>
        <a:p>
          <a:endParaRPr lang="en-US"/>
        </a:p>
      </dgm:t>
    </dgm:pt>
    <dgm:pt modelId="{EA36884D-0C4C-41E3-BE5A-0F3BBE13F0C1}">
      <dgm:prSet/>
      <dgm:spPr/>
      <dgm:t>
        <a:bodyPr/>
        <a:lstStyle/>
        <a:p>
          <a:r>
            <a:rPr lang="en-GB"/>
            <a:t>21.5 acceptance rate in 2025 (238/1105)</a:t>
          </a:r>
          <a:endParaRPr lang="en-US"/>
        </a:p>
      </dgm:t>
    </dgm:pt>
    <dgm:pt modelId="{1FACC8E5-96A6-41DA-A8DC-1C532372B6DE}" type="parTrans" cxnId="{8675FBE3-8E7F-4D40-8C5B-9ADA00FD4CF8}">
      <dgm:prSet/>
      <dgm:spPr/>
      <dgm:t>
        <a:bodyPr/>
        <a:lstStyle/>
        <a:p>
          <a:endParaRPr lang="en-US"/>
        </a:p>
      </dgm:t>
    </dgm:pt>
    <dgm:pt modelId="{EA4C9CD3-9D3D-4815-9D51-8B223BA8C9F5}" type="sibTrans" cxnId="{8675FBE3-8E7F-4D40-8C5B-9ADA00FD4CF8}">
      <dgm:prSet/>
      <dgm:spPr/>
      <dgm:t>
        <a:bodyPr/>
        <a:lstStyle/>
        <a:p>
          <a:endParaRPr lang="en-US"/>
        </a:p>
      </dgm:t>
    </dgm:pt>
    <dgm:pt modelId="{E5EF7DB7-ADC6-4D44-9AA8-DF21F9755425}" type="pres">
      <dgm:prSet presAssocID="{9C895CB2-FE74-407D-AFC1-4F1D0DBAD374}" presName="Name0" presStyleCnt="0">
        <dgm:presLayoutVars>
          <dgm:dir/>
          <dgm:animLvl val="lvl"/>
          <dgm:resizeHandles val="exact"/>
        </dgm:presLayoutVars>
      </dgm:prSet>
      <dgm:spPr/>
    </dgm:pt>
    <dgm:pt modelId="{33735152-EA7B-4954-A4E7-2F752FCE148A}" type="pres">
      <dgm:prSet presAssocID="{E0CB0132-4E8D-4691-A348-F193408AFA2F}" presName="boxAndChildren" presStyleCnt="0"/>
      <dgm:spPr/>
    </dgm:pt>
    <dgm:pt modelId="{42C38A8C-811B-4D13-B8C3-97557F833B8C}" type="pres">
      <dgm:prSet presAssocID="{E0CB0132-4E8D-4691-A348-F193408AFA2F}" presName="parentTextBox" presStyleLbl="alignNode1" presStyleIdx="0" presStyleCnt="1"/>
      <dgm:spPr/>
    </dgm:pt>
    <dgm:pt modelId="{9E84E1D2-022A-42D8-B5C6-7AE92A5FBE7D}" type="pres">
      <dgm:prSet presAssocID="{E0CB0132-4E8D-4691-A348-F193408AFA2F}" presName="descendantBox" presStyleLbl="bgAccFollowNode1" presStyleIdx="0" presStyleCnt="1"/>
      <dgm:spPr/>
    </dgm:pt>
  </dgm:ptLst>
  <dgm:cxnLst>
    <dgm:cxn modelId="{4EC1E81A-0D74-4B76-BFC4-CCB3C337EDC4}" type="presOf" srcId="{9C895CB2-FE74-407D-AFC1-4F1D0DBAD374}" destId="{E5EF7DB7-ADC6-4D44-9AA8-DF21F9755425}" srcOrd="0" destOrd="0" presId="urn:microsoft.com/office/officeart/2016/7/layout/VerticalDownArrowProcess"/>
    <dgm:cxn modelId="{5036ED2D-DA82-492D-8DC9-C007028CD801}" type="presOf" srcId="{E292C057-4320-440A-80D1-F17AFE313512}" destId="{9E84E1D2-022A-42D8-B5C6-7AE92A5FBE7D}" srcOrd="0" destOrd="0" presId="urn:microsoft.com/office/officeart/2016/7/layout/VerticalDownArrowProcess"/>
    <dgm:cxn modelId="{28ABAD38-1108-4005-98DE-47DC927908F6}" type="presOf" srcId="{FD1A95D3-75CA-41CC-B4E4-2291C613AA93}" destId="{9E84E1D2-022A-42D8-B5C6-7AE92A5FBE7D}" srcOrd="0" destOrd="5" presId="urn:microsoft.com/office/officeart/2016/7/layout/VerticalDownArrowProcess"/>
    <dgm:cxn modelId="{7E26EE3D-1A38-4F2F-89D8-E20E39F8FC4A}" srcId="{7135536F-AFDE-49EC-8E95-78D30D4A4B76}" destId="{FD1A95D3-75CA-41CC-B4E4-2291C613AA93}" srcOrd="3" destOrd="0" parTransId="{CBAF7349-A119-4717-BF6E-9051E20A319B}" sibTransId="{14DE04AD-258E-4278-991E-DC0F3D863D52}"/>
    <dgm:cxn modelId="{12F1F263-1B1F-47FE-9DFA-EDD3AEA98D81}" srcId="{7135536F-AFDE-49EC-8E95-78D30D4A4B76}" destId="{B8A840C0-0A7F-4233-BDDC-5BED6AEAFDDC}" srcOrd="2" destOrd="0" parTransId="{89BA825E-E666-4951-AA85-F806F7804A1F}" sibTransId="{0CCE58B1-3E34-48DD-98A4-AB5BFE9352DB}"/>
    <dgm:cxn modelId="{C1F73844-32AA-4E5E-9E41-6A8CCED056AB}" srcId="{7135536F-AFDE-49EC-8E95-78D30D4A4B76}" destId="{9EE8A3F2-E60C-44AD-B482-34599615D529}" srcOrd="1" destOrd="0" parTransId="{50607CB7-1303-4C2F-8408-6349C7489807}" sibTransId="{4248711D-D746-45CF-A9A9-2FD898E77806}"/>
    <dgm:cxn modelId="{A498AE45-0BD0-4F8F-9081-B29CE8437E4D}" type="presOf" srcId="{499317D8-4375-47F5-97E0-9E5D97501B32}" destId="{9E84E1D2-022A-42D8-B5C6-7AE92A5FBE7D}" srcOrd="0" destOrd="6" presId="urn:microsoft.com/office/officeart/2016/7/layout/VerticalDownArrowProcess"/>
    <dgm:cxn modelId="{FA710D4C-C71C-498B-8E3B-18A3085A3D13}" srcId="{9C895CB2-FE74-407D-AFC1-4F1D0DBAD374}" destId="{E0CB0132-4E8D-4691-A348-F193408AFA2F}" srcOrd="0" destOrd="0" parTransId="{7E448C05-ED29-4ADB-94E8-76DF2B12D6CE}" sibTransId="{063EA185-E17B-49D2-9EEB-EDF0C471BC4D}"/>
    <dgm:cxn modelId="{3BF4D673-AFBC-4541-A62A-6B88A0C0B149}" srcId="{E0CB0132-4E8D-4691-A348-F193408AFA2F}" destId="{7135536F-AFDE-49EC-8E95-78D30D4A4B76}" srcOrd="1" destOrd="0" parTransId="{2922690C-F118-437F-8807-D63865EBA444}" sibTransId="{09433CBF-F2D9-4CB0-A223-25F3EDA194E4}"/>
    <dgm:cxn modelId="{7B41EF75-1EA7-45AC-AD3E-6EC8DE3007B9}" type="presOf" srcId="{E0CB0132-4E8D-4691-A348-F193408AFA2F}" destId="{42C38A8C-811B-4D13-B8C3-97557F833B8C}" srcOrd="0" destOrd="0" presId="urn:microsoft.com/office/officeart/2016/7/layout/VerticalDownArrowProcess"/>
    <dgm:cxn modelId="{B8C4A07B-FD10-46FA-A6C1-2337F108A0C7}" type="presOf" srcId="{9C422954-10D0-4F1E-AA7F-0C8840BFE74C}" destId="{9E84E1D2-022A-42D8-B5C6-7AE92A5FBE7D}" srcOrd="0" destOrd="2" presId="urn:microsoft.com/office/officeart/2016/7/layout/VerticalDownArrowProcess"/>
    <dgm:cxn modelId="{3844388A-B950-49E4-A4A5-B3101FDC15DC}" type="presOf" srcId="{447D8752-1303-4C2C-94E3-E47E92754C99}" destId="{9E84E1D2-022A-42D8-B5C6-7AE92A5FBE7D}" srcOrd="0" destOrd="7" presId="urn:microsoft.com/office/officeart/2016/7/layout/VerticalDownArrowProcess"/>
    <dgm:cxn modelId="{3046828D-027E-4751-8A9A-0F0B385A2D24}" srcId="{E0CB0132-4E8D-4691-A348-F193408AFA2F}" destId="{499317D8-4375-47F5-97E0-9E5D97501B32}" srcOrd="2" destOrd="0" parTransId="{BAB26042-D9C6-4A1C-BCDB-CAD3F44E3EE1}" sibTransId="{CA5E8158-3270-4C67-A46D-63EE2028A5C9}"/>
    <dgm:cxn modelId="{A3B89F90-6D35-41D8-9691-8CE7EB4DC254}" type="presOf" srcId="{EA36884D-0C4C-41E3-BE5A-0F3BBE13F0C1}" destId="{9E84E1D2-022A-42D8-B5C6-7AE92A5FBE7D}" srcOrd="0" destOrd="8" presId="urn:microsoft.com/office/officeart/2016/7/layout/VerticalDownArrowProcess"/>
    <dgm:cxn modelId="{67B840C0-0685-491E-977E-D3291B01F746}" srcId="{E0CB0132-4E8D-4691-A348-F193408AFA2F}" destId="{E292C057-4320-440A-80D1-F17AFE313512}" srcOrd="0" destOrd="0" parTransId="{E1BCDC1D-5FB7-4D0F-BCA5-E90DC97E00B8}" sibTransId="{8E4A35BF-16CF-4DB0-8173-C96FA2EEC9C5}"/>
    <dgm:cxn modelId="{179E7EC8-8A1C-4C09-B40B-EC13E79460CB}" type="presOf" srcId="{9EE8A3F2-E60C-44AD-B482-34599615D529}" destId="{9E84E1D2-022A-42D8-B5C6-7AE92A5FBE7D}" srcOrd="0" destOrd="3" presId="urn:microsoft.com/office/officeart/2016/7/layout/VerticalDownArrowProcess"/>
    <dgm:cxn modelId="{5647F1C9-F6FA-4603-9716-CDC50EB6A4DB}" srcId="{7135536F-AFDE-49EC-8E95-78D30D4A4B76}" destId="{9C422954-10D0-4F1E-AA7F-0C8840BFE74C}" srcOrd="0" destOrd="0" parTransId="{2CBC1A37-14D5-4C55-90AD-A60B098875DF}" sibTransId="{1663DA06-2A5B-4A10-A207-84E61E20BEE4}"/>
    <dgm:cxn modelId="{041E7ED0-7327-4FEF-9826-8D9328345C99}" srcId="{E0CB0132-4E8D-4691-A348-F193408AFA2F}" destId="{447D8752-1303-4C2C-94E3-E47E92754C99}" srcOrd="3" destOrd="0" parTransId="{CC13F979-2155-423E-A127-FFB5B6F4244C}" sibTransId="{818C915D-F293-4F19-BD61-EFE51563EFD8}"/>
    <dgm:cxn modelId="{B331F8E0-7B88-45C5-901E-ACAF64DDA6F9}" type="presOf" srcId="{7135536F-AFDE-49EC-8E95-78D30D4A4B76}" destId="{9E84E1D2-022A-42D8-B5C6-7AE92A5FBE7D}" srcOrd="0" destOrd="1" presId="urn:microsoft.com/office/officeart/2016/7/layout/VerticalDownArrowProcess"/>
    <dgm:cxn modelId="{8675FBE3-8E7F-4D40-8C5B-9ADA00FD4CF8}" srcId="{E0CB0132-4E8D-4691-A348-F193408AFA2F}" destId="{EA36884D-0C4C-41E3-BE5A-0F3BBE13F0C1}" srcOrd="4" destOrd="0" parTransId="{1FACC8E5-96A6-41DA-A8DC-1C532372B6DE}" sibTransId="{EA4C9CD3-9D3D-4815-9D51-8B223BA8C9F5}"/>
    <dgm:cxn modelId="{A199BEFB-CBE9-43C3-9E77-31FBD4790B26}" type="presOf" srcId="{B8A840C0-0A7F-4233-BDDC-5BED6AEAFDDC}" destId="{9E84E1D2-022A-42D8-B5C6-7AE92A5FBE7D}" srcOrd="0" destOrd="4" presId="urn:microsoft.com/office/officeart/2016/7/layout/VerticalDownArrowProcess"/>
    <dgm:cxn modelId="{B2E00879-FE67-4FB8-8521-6522F1A0767C}" type="presParOf" srcId="{E5EF7DB7-ADC6-4D44-9AA8-DF21F9755425}" destId="{33735152-EA7B-4954-A4E7-2F752FCE148A}" srcOrd="0" destOrd="0" presId="urn:microsoft.com/office/officeart/2016/7/layout/VerticalDownArrowProcess"/>
    <dgm:cxn modelId="{9AD9100D-B2FE-4068-897B-6FD804BB43B8}" type="presParOf" srcId="{33735152-EA7B-4954-A4E7-2F752FCE148A}" destId="{42C38A8C-811B-4D13-B8C3-97557F833B8C}" srcOrd="0" destOrd="0" presId="urn:microsoft.com/office/officeart/2016/7/layout/VerticalDownArrowProcess"/>
    <dgm:cxn modelId="{C27764DE-66A5-481D-9B1D-7C8EE45F8E4C}" type="presParOf" srcId="{33735152-EA7B-4954-A4E7-2F752FCE148A}" destId="{9E84E1D2-022A-42D8-B5C6-7AE92A5FBE7D}" srcOrd="1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F2861B1-1FAF-4667-BE4D-C5C215EA639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7D9B821-882C-403A-809D-699E86F2B98B}">
      <dgm:prSet/>
      <dgm:spPr/>
      <dgm:t>
        <a:bodyPr/>
        <a:lstStyle/>
        <a:p>
          <a:r>
            <a:rPr lang="en-GB" b="1"/>
            <a:t>2️⃣ CIKM ACM Conference on Information and Knowledge Management  </a:t>
          </a:r>
          <a:r>
            <a:rPr lang="en-GB"/>
            <a:t>27% of acceptance rate </a:t>
          </a:r>
          <a:endParaRPr lang="en-US"/>
        </a:p>
      </dgm:t>
    </dgm:pt>
    <dgm:pt modelId="{347C82A0-85CE-42EA-A74B-FEF978EAECDC}" type="parTrans" cxnId="{EFD59662-0EB6-4D15-AE0B-D87886817D73}">
      <dgm:prSet/>
      <dgm:spPr/>
      <dgm:t>
        <a:bodyPr/>
        <a:lstStyle/>
        <a:p>
          <a:endParaRPr lang="en-US"/>
        </a:p>
      </dgm:t>
    </dgm:pt>
    <dgm:pt modelId="{E8ED55BE-51C5-4A49-A1D6-6D6EF4C51D02}" type="sibTrans" cxnId="{EFD59662-0EB6-4D15-AE0B-D87886817D73}">
      <dgm:prSet/>
      <dgm:spPr/>
      <dgm:t>
        <a:bodyPr/>
        <a:lstStyle/>
        <a:p>
          <a:endParaRPr lang="en-US"/>
        </a:p>
      </dgm:t>
    </dgm:pt>
    <dgm:pt modelId="{7CD39716-EC28-4F12-9A4E-04666549CD96}">
      <dgm:prSet/>
      <dgm:spPr/>
      <dgm:t>
        <a:bodyPr/>
        <a:lstStyle/>
        <a:p>
          <a:r>
            <a:rPr lang="en-GB" b="1"/>
            <a:t>3️⃣ WSDM ACM International Conference on Web Search and Data Mining </a:t>
          </a:r>
          <a:r>
            <a:rPr lang="en-GB"/>
            <a:t>17.3% of acceptance rate </a:t>
          </a:r>
          <a:endParaRPr lang="en-US"/>
        </a:p>
      </dgm:t>
    </dgm:pt>
    <dgm:pt modelId="{F60B8787-A412-400F-81A5-1489F7AA0704}" type="parTrans" cxnId="{9E893B95-0588-4179-9E91-D82D173CE036}">
      <dgm:prSet/>
      <dgm:spPr/>
      <dgm:t>
        <a:bodyPr/>
        <a:lstStyle/>
        <a:p>
          <a:endParaRPr lang="en-US"/>
        </a:p>
      </dgm:t>
    </dgm:pt>
    <dgm:pt modelId="{3257F98D-0303-454B-8FCD-57131D465849}" type="sibTrans" cxnId="{9E893B95-0588-4179-9E91-D82D173CE036}">
      <dgm:prSet/>
      <dgm:spPr/>
      <dgm:t>
        <a:bodyPr/>
        <a:lstStyle/>
        <a:p>
          <a:endParaRPr lang="en-US"/>
        </a:p>
      </dgm:t>
    </dgm:pt>
    <dgm:pt modelId="{606AA64B-B51A-4DE5-9465-3E59DB78415C}">
      <dgm:prSet/>
      <dgm:spPr/>
      <dgm:t>
        <a:bodyPr/>
        <a:lstStyle/>
        <a:p>
          <a:r>
            <a:rPr lang="en-GB" b="1"/>
            <a:t>4️⃣ ACL (and EMNLP / NAACL) </a:t>
          </a:r>
          <a:r>
            <a:rPr lang="en-GB"/>
            <a:t>Annual Meeting of the Association for Computational Linguistics  20.3% of acceptance rate</a:t>
          </a:r>
          <a:endParaRPr lang="en-US"/>
        </a:p>
      </dgm:t>
    </dgm:pt>
    <dgm:pt modelId="{10ACEF06-0756-4830-8A71-8F296C8EDD59}" type="parTrans" cxnId="{CEDF63AD-99E9-46E9-9592-08E8130C5B78}">
      <dgm:prSet/>
      <dgm:spPr/>
      <dgm:t>
        <a:bodyPr/>
        <a:lstStyle/>
        <a:p>
          <a:endParaRPr lang="en-US"/>
        </a:p>
      </dgm:t>
    </dgm:pt>
    <dgm:pt modelId="{52FB13A7-FB85-4863-93B6-CEDBCB3176BF}" type="sibTrans" cxnId="{CEDF63AD-99E9-46E9-9592-08E8130C5B78}">
      <dgm:prSet/>
      <dgm:spPr/>
      <dgm:t>
        <a:bodyPr/>
        <a:lstStyle/>
        <a:p>
          <a:endParaRPr lang="en-US"/>
        </a:p>
      </dgm:t>
    </dgm:pt>
    <dgm:pt modelId="{7F609E2B-A787-4468-81BC-F79B6EACC68F}">
      <dgm:prSet/>
      <dgm:spPr/>
      <dgm:t>
        <a:bodyPr/>
        <a:lstStyle/>
        <a:p>
          <a:r>
            <a:rPr lang="en-GB"/>
            <a:t>Read paper from that top conferences as they are most up to date  </a:t>
          </a:r>
          <a:endParaRPr lang="en-US"/>
        </a:p>
      </dgm:t>
    </dgm:pt>
    <dgm:pt modelId="{BB5E39CC-71F9-4D48-A4D7-61F12F795FFC}" type="parTrans" cxnId="{A6E76F11-D5F5-40EF-AC8D-6BD41B20F012}">
      <dgm:prSet/>
      <dgm:spPr/>
      <dgm:t>
        <a:bodyPr/>
        <a:lstStyle/>
        <a:p>
          <a:endParaRPr lang="en-US"/>
        </a:p>
      </dgm:t>
    </dgm:pt>
    <dgm:pt modelId="{220C4C35-9A97-4CFD-B600-92A2AF38A884}" type="sibTrans" cxnId="{A6E76F11-D5F5-40EF-AC8D-6BD41B20F012}">
      <dgm:prSet/>
      <dgm:spPr/>
      <dgm:t>
        <a:bodyPr/>
        <a:lstStyle/>
        <a:p>
          <a:endParaRPr lang="en-US"/>
        </a:p>
      </dgm:t>
    </dgm:pt>
    <dgm:pt modelId="{6EA6F5EE-C83D-4CB2-BFCE-09BB81C11699}" type="pres">
      <dgm:prSet presAssocID="{0F2861B1-1FAF-4667-BE4D-C5C215EA6394}" presName="root" presStyleCnt="0">
        <dgm:presLayoutVars>
          <dgm:dir/>
          <dgm:resizeHandles val="exact"/>
        </dgm:presLayoutVars>
      </dgm:prSet>
      <dgm:spPr/>
    </dgm:pt>
    <dgm:pt modelId="{B65A25CD-64E3-4797-9E66-7EC087BE557F}" type="pres">
      <dgm:prSet presAssocID="{B7D9B821-882C-403A-809D-699E86F2B98B}" presName="compNode" presStyleCnt="0"/>
      <dgm:spPr/>
    </dgm:pt>
    <dgm:pt modelId="{7AA2846A-DA29-40E8-AB77-CDB230FE6AA1}" type="pres">
      <dgm:prSet presAssocID="{B7D9B821-882C-403A-809D-699E86F2B9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D5237A3E-2E46-46F9-9ADF-7688B97F5218}" type="pres">
      <dgm:prSet presAssocID="{B7D9B821-882C-403A-809D-699E86F2B98B}" presName="spaceRect" presStyleCnt="0"/>
      <dgm:spPr/>
    </dgm:pt>
    <dgm:pt modelId="{2348DA70-C1C0-4A15-8D9E-81C80F2EFBB4}" type="pres">
      <dgm:prSet presAssocID="{B7D9B821-882C-403A-809D-699E86F2B98B}" presName="textRect" presStyleLbl="revTx" presStyleIdx="0" presStyleCnt="4">
        <dgm:presLayoutVars>
          <dgm:chMax val="1"/>
          <dgm:chPref val="1"/>
        </dgm:presLayoutVars>
      </dgm:prSet>
      <dgm:spPr/>
    </dgm:pt>
    <dgm:pt modelId="{568CCEF4-0964-44BB-91E2-6327E41A8ED2}" type="pres">
      <dgm:prSet presAssocID="{E8ED55BE-51C5-4A49-A1D6-6D6EF4C51D02}" presName="sibTrans" presStyleCnt="0"/>
      <dgm:spPr/>
    </dgm:pt>
    <dgm:pt modelId="{E353F812-3627-4A20-83DA-A5D78CDE173D}" type="pres">
      <dgm:prSet presAssocID="{7CD39716-EC28-4F12-9A4E-04666549CD96}" presName="compNode" presStyleCnt="0"/>
      <dgm:spPr/>
    </dgm:pt>
    <dgm:pt modelId="{34653FCD-56BB-4BE2-A693-10ECCB19F74E}" type="pres">
      <dgm:prSet presAssocID="{7CD39716-EC28-4F12-9A4E-04666549CD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43B65E88-D05D-4F56-838D-B6D9C70A3896}" type="pres">
      <dgm:prSet presAssocID="{7CD39716-EC28-4F12-9A4E-04666549CD96}" presName="spaceRect" presStyleCnt="0"/>
      <dgm:spPr/>
    </dgm:pt>
    <dgm:pt modelId="{CA12B8E0-0E63-4487-877E-45C88F7B964F}" type="pres">
      <dgm:prSet presAssocID="{7CD39716-EC28-4F12-9A4E-04666549CD96}" presName="textRect" presStyleLbl="revTx" presStyleIdx="1" presStyleCnt="4">
        <dgm:presLayoutVars>
          <dgm:chMax val="1"/>
          <dgm:chPref val="1"/>
        </dgm:presLayoutVars>
      </dgm:prSet>
      <dgm:spPr/>
    </dgm:pt>
    <dgm:pt modelId="{FE4740BB-FF84-4D23-97C9-BF23F76C340F}" type="pres">
      <dgm:prSet presAssocID="{3257F98D-0303-454B-8FCD-57131D465849}" presName="sibTrans" presStyleCnt="0"/>
      <dgm:spPr/>
    </dgm:pt>
    <dgm:pt modelId="{DE0E29C0-656E-4809-A6F2-EDA872DEC1F7}" type="pres">
      <dgm:prSet presAssocID="{606AA64B-B51A-4DE5-9465-3E59DB78415C}" presName="compNode" presStyleCnt="0"/>
      <dgm:spPr/>
    </dgm:pt>
    <dgm:pt modelId="{B941262E-2C70-41DF-8301-7580B2E0B08F}" type="pres">
      <dgm:prSet presAssocID="{606AA64B-B51A-4DE5-9465-3E59DB7841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D36AA06D-F7D1-444F-89C3-C66AEF4981C5}" type="pres">
      <dgm:prSet presAssocID="{606AA64B-B51A-4DE5-9465-3E59DB78415C}" presName="spaceRect" presStyleCnt="0"/>
      <dgm:spPr/>
    </dgm:pt>
    <dgm:pt modelId="{A3D7904C-48E6-4992-A3A1-E5A9DDB82ECC}" type="pres">
      <dgm:prSet presAssocID="{606AA64B-B51A-4DE5-9465-3E59DB78415C}" presName="textRect" presStyleLbl="revTx" presStyleIdx="2" presStyleCnt="4">
        <dgm:presLayoutVars>
          <dgm:chMax val="1"/>
          <dgm:chPref val="1"/>
        </dgm:presLayoutVars>
      </dgm:prSet>
      <dgm:spPr/>
    </dgm:pt>
    <dgm:pt modelId="{7972947D-E7AA-4D00-8845-6281075F880C}" type="pres">
      <dgm:prSet presAssocID="{52FB13A7-FB85-4863-93B6-CEDBCB3176BF}" presName="sibTrans" presStyleCnt="0"/>
      <dgm:spPr/>
    </dgm:pt>
    <dgm:pt modelId="{299D6522-EDC8-4278-BE6B-1A9579B1366F}" type="pres">
      <dgm:prSet presAssocID="{7F609E2B-A787-4468-81BC-F79B6EACC68F}" presName="compNode" presStyleCnt="0"/>
      <dgm:spPr/>
    </dgm:pt>
    <dgm:pt modelId="{94CA77A2-CC77-4947-9A7E-74AEC6E56AC9}" type="pres">
      <dgm:prSet presAssocID="{7F609E2B-A787-4468-81BC-F79B6EACC6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5FDEEA3-DF61-467B-A903-A18497494D99}" type="pres">
      <dgm:prSet presAssocID="{7F609E2B-A787-4468-81BC-F79B6EACC68F}" presName="spaceRect" presStyleCnt="0"/>
      <dgm:spPr/>
    </dgm:pt>
    <dgm:pt modelId="{1020E3D1-9CE3-45CF-B4AD-A31DFC3A4BE4}" type="pres">
      <dgm:prSet presAssocID="{7F609E2B-A787-4468-81BC-F79B6EACC6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E76F11-D5F5-40EF-AC8D-6BD41B20F012}" srcId="{0F2861B1-1FAF-4667-BE4D-C5C215EA6394}" destId="{7F609E2B-A787-4468-81BC-F79B6EACC68F}" srcOrd="3" destOrd="0" parTransId="{BB5E39CC-71F9-4D48-A4D7-61F12F795FFC}" sibTransId="{220C4C35-9A97-4CFD-B600-92A2AF38A884}"/>
    <dgm:cxn modelId="{EFD59662-0EB6-4D15-AE0B-D87886817D73}" srcId="{0F2861B1-1FAF-4667-BE4D-C5C215EA6394}" destId="{B7D9B821-882C-403A-809D-699E86F2B98B}" srcOrd="0" destOrd="0" parTransId="{347C82A0-85CE-42EA-A74B-FEF978EAECDC}" sibTransId="{E8ED55BE-51C5-4A49-A1D6-6D6EF4C51D02}"/>
    <dgm:cxn modelId="{9CC9A171-FB86-4A8B-91D6-94F7136EF50C}" type="presOf" srcId="{606AA64B-B51A-4DE5-9465-3E59DB78415C}" destId="{A3D7904C-48E6-4992-A3A1-E5A9DDB82ECC}" srcOrd="0" destOrd="0" presId="urn:microsoft.com/office/officeart/2018/2/layout/IconLabelList"/>
    <dgm:cxn modelId="{A27FC073-1742-41E6-853A-58A186988E09}" type="presOf" srcId="{B7D9B821-882C-403A-809D-699E86F2B98B}" destId="{2348DA70-C1C0-4A15-8D9E-81C80F2EFBB4}" srcOrd="0" destOrd="0" presId="urn:microsoft.com/office/officeart/2018/2/layout/IconLabelList"/>
    <dgm:cxn modelId="{F073897E-6591-4011-9128-0A6C355E53BB}" type="presOf" srcId="{7F609E2B-A787-4468-81BC-F79B6EACC68F}" destId="{1020E3D1-9CE3-45CF-B4AD-A31DFC3A4BE4}" srcOrd="0" destOrd="0" presId="urn:microsoft.com/office/officeart/2018/2/layout/IconLabelList"/>
    <dgm:cxn modelId="{9E893B95-0588-4179-9E91-D82D173CE036}" srcId="{0F2861B1-1FAF-4667-BE4D-C5C215EA6394}" destId="{7CD39716-EC28-4F12-9A4E-04666549CD96}" srcOrd="1" destOrd="0" parTransId="{F60B8787-A412-400F-81A5-1489F7AA0704}" sibTransId="{3257F98D-0303-454B-8FCD-57131D465849}"/>
    <dgm:cxn modelId="{CEDF63AD-99E9-46E9-9592-08E8130C5B78}" srcId="{0F2861B1-1FAF-4667-BE4D-C5C215EA6394}" destId="{606AA64B-B51A-4DE5-9465-3E59DB78415C}" srcOrd="2" destOrd="0" parTransId="{10ACEF06-0756-4830-8A71-8F296C8EDD59}" sibTransId="{52FB13A7-FB85-4863-93B6-CEDBCB3176BF}"/>
    <dgm:cxn modelId="{F1B38DD1-666C-4D40-8E70-CBF947E1961D}" type="presOf" srcId="{0F2861B1-1FAF-4667-BE4D-C5C215EA6394}" destId="{6EA6F5EE-C83D-4CB2-BFCE-09BB81C11699}" srcOrd="0" destOrd="0" presId="urn:microsoft.com/office/officeart/2018/2/layout/IconLabelList"/>
    <dgm:cxn modelId="{63D500DD-E911-4879-A19A-F38561CE2186}" type="presOf" srcId="{7CD39716-EC28-4F12-9A4E-04666549CD96}" destId="{CA12B8E0-0E63-4487-877E-45C88F7B964F}" srcOrd="0" destOrd="0" presId="urn:microsoft.com/office/officeart/2018/2/layout/IconLabelList"/>
    <dgm:cxn modelId="{93647B9B-DB54-4A51-915F-D98BEAC390C5}" type="presParOf" srcId="{6EA6F5EE-C83D-4CB2-BFCE-09BB81C11699}" destId="{B65A25CD-64E3-4797-9E66-7EC087BE557F}" srcOrd="0" destOrd="0" presId="urn:microsoft.com/office/officeart/2018/2/layout/IconLabelList"/>
    <dgm:cxn modelId="{F1269DAA-C31A-45B1-9D01-7DADA2158B36}" type="presParOf" srcId="{B65A25CD-64E3-4797-9E66-7EC087BE557F}" destId="{7AA2846A-DA29-40E8-AB77-CDB230FE6AA1}" srcOrd="0" destOrd="0" presId="urn:microsoft.com/office/officeart/2018/2/layout/IconLabelList"/>
    <dgm:cxn modelId="{319B9788-F266-4E38-B939-944C09954270}" type="presParOf" srcId="{B65A25CD-64E3-4797-9E66-7EC087BE557F}" destId="{D5237A3E-2E46-46F9-9ADF-7688B97F5218}" srcOrd="1" destOrd="0" presId="urn:microsoft.com/office/officeart/2018/2/layout/IconLabelList"/>
    <dgm:cxn modelId="{A79EB04C-E78A-4966-97D1-09B15116CE1B}" type="presParOf" srcId="{B65A25CD-64E3-4797-9E66-7EC087BE557F}" destId="{2348DA70-C1C0-4A15-8D9E-81C80F2EFBB4}" srcOrd="2" destOrd="0" presId="urn:microsoft.com/office/officeart/2018/2/layout/IconLabelList"/>
    <dgm:cxn modelId="{F1FD5132-A505-444F-9F3C-48A0A5A26539}" type="presParOf" srcId="{6EA6F5EE-C83D-4CB2-BFCE-09BB81C11699}" destId="{568CCEF4-0964-44BB-91E2-6327E41A8ED2}" srcOrd="1" destOrd="0" presId="urn:microsoft.com/office/officeart/2018/2/layout/IconLabelList"/>
    <dgm:cxn modelId="{F492B2EB-3C07-4208-A6C6-1A621917A97E}" type="presParOf" srcId="{6EA6F5EE-C83D-4CB2-BFCE-09BB81C11699}" destId="{E353F812-3627-4A20-83DA-A5D78CDE173D}" srcOrd="2" destOrd="0" presId="urn:microsoft.com/office/officeart/2018/2/layout/IconLabelList"/>
    <dgm:cxn modelId="{3D6E4AE1-AAB5-4BF2-84F7-7C3C060DEFDC}" type="presParOf" srcId="{E353F812-3627-4A20-83DA-A5D78CDE173D}" destId="{34653FCD-56BB-4BE2-A693-10ECCB19F74E}" srcOrd="0" destOrd="0" presId="urn:microsoft.com/office/officeart/2018/2/layout/IconLabelList"/>
    <dgm:cxn modelId="{C719AB74-3BA2-4C55-A235-22E69503E103}" type="presParOf" srcId="{E353F812-3627-4A20-83DA-A5D78CDE173D}" destId="{43B65E88-D05D-4F56-838D-B6D9C70A3896}" srcOrd="1" destOrd="0" presId="urn:microsoft.com/office/officeart/2018/2/layout/IconLabelList"/>
    <dgm:cxn modelId="{474EB87F-E551-4206-964E-BAB774086352}" type="presParOf" srcId="{E353F812-3627-4A20-83DA-A5D78CDE173D}" destId="{CA12B8E0-0E63-4487-877E-45C88F7B964F}" srcOrd="2" destOrd="0" presId="urn:microsoft.com/office/officeart/2018/2/layout/IconLabelList"/>
    <dgm:cxn modelId="{D6E24700-FF41-4822-ACAC-9E59717DC34D}" type="presParOf" srcId="{6EA6F5EE-C83D-4CB2-BFCE-09BB81C11699}" destId="{FE4740BB-FF84-4D23-97C9-BF23F76C340F}" srcOrd="3" destOrd="0" presId="urn:microsoft.com/office/officeart/2018/2/layout/IconLabelList"/>
    <dgm:cxn modelId="{4A8E9712-A72B-4478-B9CC-C338C3695FC6}" type="presParOf" srcId="{6EA6F5EE-C83D-4CB2-BFCE-09BB81C11699}" destId="{DE0E29C0-656E-4809-A6F2-EDA872DEC1F7}" srcOrd="4" destOrd="0" presId="urn:microsoft.com/office/officeart/2018/2/layout/IconLabelList"/>
    <dgm:cxn modelId="{5B7748E7-E016-4859-86E1-688C8004E4F7}" type="presParOf" srcId="{DE0E29C0-656E-4809-A6F2-EDA872DEC1F7}" destId="{B941262E-2C70-41DF-8301-7580B2E0B08F}" srcOrd="0" destOrd="0" presId="urn:microsoft.com/office/officeart/2018/2/layout/IconLabelList"/>
    <dgm:cxn modelId="{465512BA-10DB-4514-9808-6B58741D28A7}" type="presParOf" srcId="{DE0E29C0-656E-4809-A6F2-EDA872DEC1F7}" destId="{D36AA06D-F7D1-444F-89C3-C66AEF4981C5}" srcOrd="1" destOrd="0" presId="urn:microsoft.com/office/officeart/2018/2/layout/IconLabelList"/>
    <dgm:cxn modelId="{5B23FCA5-16BB-43C0-87A4-8667469288B4}" type="presParOf" srcId="{DE0E29C0-656E-4809-A6F2-EDA872DEC1F7}" destId="{A3D7904C-48E6-4992-A3A1-E5A9DDB82ECC}" srcOrd="2" destOrd="0" presId="urn:microsoft.com/office/officeart/2018/2/layout/IconLabelList"/>
    <dgm:cxn modelId="{E0C40E72-9720-467E-BEC1-AD01D5FECD5E}" type="presParOf" srcId="{6EA6F5EE-C83D-4CB2-BFCE-09BB81C11699}" destId="{7972947D-E7AA-4D00-8845-6281075F880C}" srcOrd="5" destOrd="0" presId="urn:microsoft.com/office/officeart/2018/2/layout/IconLabelList"/>
    <dgm:cxn modelId="{A079D4E8-351D-4BBF-A62D-D09083A0B33B}" type="presParOf" srcId="{6EA6F5EE-C83D-4CB2-BFCE-09BB81C11699}" destId="{299D6522-EDC8-4278-BE6B-1A9579B1366F}" srcOrd="6" destOrd="0" presId="urn:microsoft.com/office/officeart/2018/2/layout/IconLabelList"/>
    <dgm:cxn modelId="{AC9900A3-462C-41D7-977C-BCEF9784B014}" type="presParOf" srcId="{299D6522-EDC8-4278-BE6B-1A9579B1366F}" destId="{94CA77A2-CC77-4947-9A7E-74AEC6E56AC9}" srcOrd="0" destOrd="0" presId="urn:microsoft.com/office/officeart/2018/2/layout/IconLabelList"/>
    <dgm:cxn modelId="{D4733781-0CB0-4458-A4D7-F78E0631F828}" type="presParOf" srcId="{299D6522-EDC8-4278-BE6B-1A9579B1366F}" destId="{95FDEEA3-DF61-467B-A903-A18497494D99}" srcOrd="1" destOrd="0" presId="urn:microsoft.com/office/officeart/2018/2/layout/IconLabelList"/>
    <dgm:cxn modelId="{B20B5840-4DCE-4D05-A107-837678A70BDB}" type="presParOf" srcId="{299D6522-EDC8-4278-BE6B-1A9579B1366F}" destId="{1020E3D1-9CE3-45CF-B4AD-A31DFC3A4BE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B697B-522E-42FB-949C-C9A587EBBFBE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EF914F-D99D-4C75-8404-0113A198F163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BCA68-51E5-4B39-9D2D-EAB606C7D350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From “Retrieval Accuracy” to “System Quality”</a:t>
          </a:r>
          <a:endParaRPr lang="en-US" sz="2500" kern="1200" dirty="0"/>
        </a:p>
      </dsp:txBody>
      <dsp:txXfrm>
        <a:off x="1819120" y="673"/>
        <a:ext cx="4545103" cy="1574995"/>
      </dsp:txXfrm>
    </dsp:sp>
    <dsp:sp modelId="{E3A36A36-8231-4FFB-B23D-F648E72830E4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BD223-95C0-4956-9D2C-AA18C1DBA4FD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56BB0-D206-4C31-BD6C-A37FBDABEF43}">
      <dsp:nvSpPr>
        <dsp:cNvPr id="0" name=""/>
        <dsp:cNvSpPr/>
      </dsp:nvSpPr>
      <dsp:spPr>
        <a:xfrm>
          <a:off x="1819120" y="1969418"/>
          <a:ext cx="2863900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Different procedure:</a:t>
          </a:r>
          <a:endParaRPr lang="en-US" sz="2500" kern="1200"/>
        </a:p>
      </dsp:txBody>
      <dsp:txXfrm>
        <a:off x="1819120" y="1969418"/>
        <a:ext cx="2863900" cy="1574995"/>
      </dsp:txXfrm>
    </dsp:sp>
    <dsp:sp modelId="{83C7B98D-2B0C-439C-9973-073A0A7842CE}">
      <dsp:nvSpPr>
        <dsp:cNvPr id="0" name=""/>
        <dsp:cNvSpPr/>
      </dsp:nvSpPr>
      <dsp:spPr>
        <a:xfrm>
          <a:off x="4683021" y="1969418"/>
          <a:ext cx="1681202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Classical IR: query → ranked list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LLM-based IR: query → retrieval → ranking → generation → explanation</a:t>
          </a:r>
          <a:endParaRPr lang="en-US" sz="1200" kern="1200"/>
        </a:p>
      </dsp:txBody>
      <dsp:txXfrm>
        <a:off x="4683021" y="1969418"/>
        <a:ext cx="1681202" cy="1574995"/>
      </dsp:txXfrm>
    </dsp:sp>
    <dsp:sp modelId="{2FABAA79-BE90-48C8-A3EB-46F6DA443A52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893C1-0F52-45F0-800D-F42800D81F99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76704-BB49-405D-8ECB-3E6C3E06EABB}">
      <dsp:nvSpPr>
        <dsp:cNvPr id="0" name=""/>
        <dsp:cNvSpPr/>
      </dsp:nvSpPr>
      <dsp:spPr>
        <a:xfrm>
          <a:off x="1819120" y="3938162"/>
          <a:ext cx="2863900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Evaluation mismatch</a:t>
          </a:r>
          <a:r>
            <a:rPr lang="en-GB" sz="2500" kern="1200"/>
            <a:t>:</a:t>
          </a:r>
          <a:endParaRPr lang="en-US" sz="2500" kern="1200"/>
        </a:p>
      </dsp:txBody>
      <dsp:txXfrm>
        <a:off x="1819120" y="3938162"/>
        <a:ext cx="2863900" cy="1574995"/>
      </dsp:txXfrm>
    </dsp:sp>
    <dsp:sp modelId="{AC6EAAF3-5370-4A6F-A14F-4C22AC85879C}">
      <dsp:nvSpPr>
        <dsp:cNvPr id="0" name=""/>
        <dsp:cNvSpPr/>
      </dsp:nvSpPr>
      <dsp:spPr>
        <a:xfrm>
          <a:off x="4683021" y="3938162"/>
          <a:ext cx="1681202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Good retrieval ≠ good answer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Good answer ≠ faithful retrieval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faithful retrieval ≠ </a:t>
          </a:r>
          <a:r>
            <a:rPr lang="en-US" sz="1200" kern="1200"/>
            <a:t>useful retrieval</a:t>
          </a:r>
        </a:p>
      </dsp:txBody>
      <dsp:txXfrm>
        <a:off x="4683021" y="3938162"/>
        <a:ext cx="1681202" cy="1574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32AEC-3A16-4CCA-83D5-FB7D58FDBA4C}">
      <dsp:nvSpPr>
        <dsp:cNvPr id="0" name=""/>
        <dsp:cNvSpPr/>
      </dsp:nvSpPr>
      <dsp:spPr>
        <a:xfrm>
          <a:off x="5305" y="399667"/>
          <a:ext cx="2870791" cy="1435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/>
            <a:t>RAG systems fail even when retrieval metrics look good.</a:t>
          </a:r>
          <a:endParaRPr lang="en-US" sz="2600" kern="1200"/>
        </a:p>
      </dsp:txBody>
      <dsp:txXfrm>
        <a:off x="47346" y="441708"/>
        <a:ext cx="2786709" cy="1351313"/>
      </dsp:txXfrm>
    </dsp:sp>
    <dsp:sp modelId="{0E958C4E-A571-4A39-B70D-BA69474901A6}">
      <dsp:nvSpPr>
        <dsp:cNvPr id="0" name=""/>
        <dsp:cNvSpPr/>
      </dsp:nvSpPr>
      <dsp:spPr>
        <a:xfrm>
          <a:off x="5305" y="2050372"/>
          <a:ext cx="2870791" cy="1435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Introduce typical failure modes:</a:t>
          </a:r>
          <a:endParaRPr lang="en-US" sz="2600" kern="1200"/>
        </a:p>
      </dsp:txBody>
      <dsp:txXfrm>
        <a:off x="47346" y="2092413"/>
        <a:ext cx="2786709" cy="1351313"/>
      </dsp:txXfrm>
    </dsp:sp>
    <dsp:sp modelId="{D3F9FCBF-9AF4-4C92-BE56-0E31229094D7}">
      <dsp:nvSpPr>
        <dsp:cNvPr id="0" name=""/>
        <dsp:cNvSpPr/>
      </dsp:nvSpPr>
      <dsp:spPr>
        <a:xfrm rot="18289469">
          <a:off x="2444838" y="1919382"/>
          <a:ext cx="2010835" cy="46669"/>
        </a:xfrm>
        <a:custGeom>
          <a:avLst/>
          <a:gdLst/>
          <a:ahLst/>
          <a:cxnLst/>
          <a:rect l="0" t="0" r="0" b="0"/>
          <a:pathLst>
            <a:path>
              <a:moveTo>
                <a:pt x="0" y="23334"/>
              </a:moveTo>
              <a:lnTo>
                <a:pt x="2010835" y="2333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399985" y="1892446"/>
        <a:ext cx="100541" cy="100541"/>
      </dsp:txXfrm>
    </dsp:sp>
    <dsp:sp modelId="{63843267-AB85-4947-ABC7-FAD2667B8717}">
      <dsp:nvSpPr>
        <dsp:cNvPr id="0" name=""/>
        <dsp:cNvSpPr/>
      </dsp:nvSpPr>
      <dsp:spPr>
        <a:xfrm>
          <a:off x="4024414" y="399667"/>
          <a:ext cx="2870791" cy="14353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Correct docs retrieved but ignored</a:t>
          </a:r>
          <a:endParaRPr lang="en-US" sz="2600" kern="1200"/>
        </a:p>
      </dsp:txBody>
      <dsp:txXfrm>
        <a:off x="4066455" y="441708"/>
        <a:ext cx="2786709" cy="1351313"/>
      </dsp:txXfrm>
    </dsp:sp>
    <dsp:sp modelId="{C6D14BCD-1082-4561-817E-14B367C0726C}">
      <dsp:nvSpPr>
        <dsp:cNvPr id="0" name=""/>
        <dsp:cNvSpPr/>
      </dsp:nvSpPr>
      <dsp:spPr>
        <a:xfrm>
          <a:off x="2876097" y="2744735"/>
          <a:ext cx="1148316" cy="46669"/>
        </a:xfrm>
        <a:custGeom>
          <a:avLst/>
          <a:gdLst/>
          <a:ahLst/>
          <a:cxnLst/>
          <a:rect l="0" t="0" r="0" b="0"/>
          <a:pathLst>
            <a:path>
              <a:moveTo>
                <a:pt x="0" y="23334"/>
              </a:moveTo>
              <a:lnTo>
                <a:pt x="1148316" y="2333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1548" y="2739362"/>
        <a:ext cx="57415" cy="57415"/>
      </dsp:txXfrm>
    </dsp:sp>
    <dsp:sp modelId="{D5BCC035-0BE0-4CBC-A392-B1C6956F22A7}">
      <dsp:nvSpPr>
        <dsp:cNvPr id="0" name=""/>
        <dsp:cNvSpPr/>
      </dsp:nvSpPr>
      <dsp:spPr>
        <a:xfrm>
          <a:off x="4024414" y="2050372"/>
          <a:ext cx="2870791" cy="14353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Irrelevant docs dominating context</a:t>
          </a:r>
          <a:endParaRPr lang="en-US" sz="2600" kern="1200"/>
        </a:p>
      </dsp:txBody>
      <dsp:txXfrm>
        <a:off x="4066455" y="2092413"/>
        <a:ext cx="2786709" cy="1351313"/>
      </dsp:txXfrm>
    </dsp:sp>
    <dsp:sp modelId="{F4FCCAC6-DC88-4157-A8A9-1F0C156452D4}">
      <dsp:nvSpPr>
        <dsp:cNvPr id="0" name=""/>
        <dsp:cNvSpPr/>
      </dsp:nvSpPr>
      <dsp:spPr>
        <a:xfrm rot="3310531">
          <a:off x="2444838" y="3570088"/>
          <a:ext cx="2010835" cy="46669"/>
        </a:xfrm>
        <a:custGeom>
          <a:avLst/>
          <a:gdLst/>
          <a:ahLst/>
          <a:cxnLst/>
          <a:rect l="0" t="0" r="0" b="0"/>
          <a:pathLst>
            <a:path>
              <a:moveTo>
                <a:pt x="0" y="23334"/>
              </a:moveTo>
              <a:lnTo>
                <a:pt x="2010835" y="2333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399985" y="3543152"/>
        <a:ext cx="100541" cy="100541"/>
      </dsp:txXfrm>
    </dsp:sp>
    <dsp:sp modelId="{1A10A38B-AA31-4D42-9DDE-44B21F025DE7}">
      <dsp:nvSpPr>
        <dsp:cNvPr id="0" name=""/>
        <dsp:cNvSpPr/>
      </dsp:nvSpPr>
      <dsp:spPr>
        <a:xfrm>
          <a:off x="4024414" y="3701077"/>
          <a:ext cx="2870791" cy="14353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Hallucination despite evidence</a:t>
          </a:r>
          <a:endParaRPr lang="en-US" sz="2600" kern="1200"/>
        </a:p>
      </dsp:txBody>
      <dsp:txXfrm>
        <a:off x="4066455" y="3743118"/>
        <a:ext cx="2786709" cy="13513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9C2FD-679E-4802-B3AB-E5AAC733230B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749A4-C2EC-4BEA-A3F8-3F79A037CC5C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How Can an LLM Be Wrong When the Right Documents Are Present?</a:t>
          </a:r>
          <a:endParaRPr lang="en-US" sz="3500" kern="1200"/>
        </a:p>
      </dsp:txBody>
      <dsp:txXfrm>
        <a:off x="0" y="0"/>
        <a:ext cx="6900512" cy="1384035"/>
      </dsp:txXfrm>
    </dsp:sp>
    <dsp:sp modelId="{42DD4CD3-3753-4D7B-BED9-E8EC3488E65D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A4C47-38F5-45C4-BA2A-F1D6AB9075C8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Example query: </a:t>
          </a:r>
          <a:r>
            <a:rPr lang="en-GB" sz="3500" i="1" kern="1200"/>
            <a:t>“Does vitamin C prevent the common cold?”</a:t>
          </a:r>
          <a:endParaRPr lang="en-US" sz="3500" kern="1200"/>
        </a:p>
      </dsp:txBody>
      <dsp:txXfrm>
        <a:off x="0" y="1384035"/>
        <a:ext cx="6900512" cy="1384035"/>
      </dsp:txXfrm>
    </dsp:sp>
    <dsp:sp modelId="{00643169-2E2A-44F2-AC39-EB5886963FC2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F8375-C63C-40C2-B95D-2EE610BC84C5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The system is a </a:t>
          </a:r>
          <a:r>
            <a:rPr lang="en-GB" sz="3500" b="1" kern="1200"/>
            <a:t>RAG-based QA assistant</a:t>
          </a:r>
          <a:r>
            <a:rPr lang="en-GB" sz="3500" kern="1200"/>
            <a:t>.</a:t>
          </a:r>
          <a:endParaRPr lang="en-US" sz="3500" kern="1200"/>
        </a:p>
      </dsp:txBody>
      <dsp:txXfrm>
        <a:off x="0" y="2768070"/>
        <a:ext cx="6900512" cy="1384035"/>
      </dsp:txXfrm>
    </dsp:sp>
    <dsp:sp modelId="{DDA7B6CE-B29A-4075-BD01-0D97FAB8ACBD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826B1-3108-41BE-B27A-E983957D3B5C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Let us say how this assistant performed?</a:t>
          </a:r>
          <a:endParaRPr lang="en-US" sz="3500" kern="1200"/>
        </a:p>
      </dsp:txBody>
      <dsp:txXfrm>
        <a:off x="0" y="4152105"/>
        <a:ext cx="6900512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22679-9DE9-4E2E-AA49-F45B10B2DBEB}">
      <dsp:nvSpPr>
        <dsp:cNvPr id="0" name=""/>
        <dsp:cNvSpPr/>
      </dsp:nvSpPr>
      <dsp:spPr>
        <a:xfrm>
          <a:off x="0" y="201742"/>
          <a:ext cx="6900512" cy="9459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Step 1 Retrieval (Correct and Faithful)</a:t>
          </a:r>
          <a:endParaRPr lang="en-US" sz="2200" kern="1200" dirty="0"/>
        </a:p>
      </dsp:txBody>
      <dsp:txXfrm>
        <a:off x="46177" y="247919"/>
        <a:ext cx="6808158" cy="853591"/>
      </dsp:txXfrm>
    </dsp:sp>
    <dsp:sp modelId="{F0983466-FE3A-42ED-8ACD-7901FBC1E15A}">
      <dsp:nvSpPr>
        <dsp:cNvPr id="0" name=""/>
        <dsp:cNvSpPr/>
      </dsp:nvSpPr>
      <dsp:spPr>
        <a:xfrm>
          <a:off x="0" y="1211048"/>
          <a:ext cx="6900512" cy="945945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The retriever returns:</a:t>
          </a:r>
          <a:endParaRPr lang="en-US" sz="2200" kern="1200"/>
        </a:p>
      </dsp:txBody>
      <dsp:txXfrm>
        <a:off x="46177" y="1257225"/>
        <a:ext cx="6808158" cy="853591"/>
      </dsp:txXfrm>
    </dsp:sp>
    <dsp:sp modelId="{F73F2FD0-A631-4E5C-9C51-496C03EA4155}">
      <dsp:nvSpPr>
        <dsp:cNvPr id="0" name=""/>
        <dsp:cNvSpPr/>
      </dsp:nvSpPr>
      <dsp:spPr>
        <a:xfrm>
          <a:off x="0" y="2156993"/>
          <a:ext cx="6900512" cy="223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b="1" kern="1200"/>
            <a:t>Cochrane Review (2013)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“Vitamin C does not reduce the incidence of the common cold in the general population.”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b="1" kern="1200"/>
            <a:t>Meta-analysis (BMJ)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“Routine vitamin C supplementation shows no preventive effect.”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b="1" kern="1200"/>
            <a:t>WHO Summary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“No conclusive evidence supports vitamin C as a preventive measure.”</a:t>
          </a:r>
          <a:endParaRPr lang="en-US" sz="1700" kern="1200"/>
        </a:p>
      </dsp:txBody>
      <dsp:txXfrm>
        <a:off x="0" y="2156993"/>
        <a:ext cx="6900512" cy="2231460"/>
      </dsp:txXfrm>
    </dsp:sp>
    <dsp:sp modelId="{4277F47A-CC80-433A-A6E9-0D9F44DD6C29}">
      <dsp:nvSpPr>
        <dsp:cNvPr id="0" name=""/>
        <dsp:cNvSpPr/>
      </dsp:nvSpPr>
      <dsp:spPr>
        <a:xfrm>
          <a:off x="0" y="4388453"/>
          <a:ext cx="6900512" cy="945945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✔️ Retrieval is </a:t>
          </a:r>
          <a:r>
            <a:rPr lang="en-GB" sz="2200" b="1" kern="1200"/>
            <a:t>high recall</a:t>
          </a:r>
          <a:br>
            <a:rPr lang="en-GB" sz="2200" kern="1200"/>
          </a:br>
          <a:r>
            <a:rPr lang="en-GB" sz="2200" kern="1200"/>
            <a:t>✔️ Evidence is </a:t>
          </a:r>
          <a:r>
            <a:rPr lang="en-GB" sz="2200" b="1" kern="1200"/>
            <a:t>correct and consistent</a:t>
          </a:r>
          <a:endParaRPr lang="en-US" sz="2200" kern="1200"/>
        </a:p>
      </dsp:txBody>
      <dsp:txXfrm>
        <a:off x="46177" y="4434630"/>
        <a:ext cx="6808158" cy="8535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D99C7-C7AA-44F5-9FE8-59EC7D661984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49F4C-7A93-4581-801C-D1BA39063DAD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Faithfulness: Is the answer supported by retrieved docs?</a:t>
          </a:r>
          <a:endParaRPr lang="en-US" sz="4100" kern="1200"/>
        </a:p>
      </dsp:txBody>
      <dsp:txXfrm>
        <a:off x="0" y="2703"/>
        <a:ext cx="6900512" cy="1843578"/>
      </dsp:txXfrm>
    </dsp:sp>
    <dsp:sp modelId="{CCD82F08-C3D2-454D-8D4B-D00233EC6B2C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B6266-CC9A-4978-A261-132F651F3D99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Grounding: Are claims traceable to evidence?</a:t>
          </a:r>
          <a:endParaRPr lang="en-US" sz="4100" kern="1200"/>
        </a:p>
      </dsp:txBody>
      <dsp:txXfrm>
        <a:off x="0" y="1846281"/>
        <a:ext cx="6900512" cy="1843578"/>
      </dsp:txXfrm>
    </dsp:sp>
    <dsp:sp modelId="{D54FFF04-72D3-4E6A-88A4-D7F844C55AFA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B5E3F-D3C1-4A68-9CCE-833D26D7D1EE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Attribution: Can we point to sources?</a:t>
          </a:r>
          <a:endParaRPr lang="en-US" sz="4100" kern="1200"/>
        </a:p>
      </dsp:txBody>
      <dsp:txXfrm>
        <a:off x="0" y="3689859"/>
        <a:ext cx="6900512" cy="1843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6FC15-590F-459E-95B9-3C1CE54F2E1A}">
      <dsp:nvSpPr>
        <dsp:cNvPr id="0" name=""/>
        <dsp:cNvSpPr/>
      </dsp:nvSpPr>
      <dsp:spPr>
        <a:xfrm>
          <a:off x="5305" y="399667"/>
          <a:ext cx="2870791" cy="14353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Faithfulness</a:t>
          </a:r>
          <a:r>
            <a:rPr lang="en-GB" sz="1800" kern="1200"/>
            <a:t> measures whether the </a:t>
          </a:r>
          <a:r>
            <a:rPr lang="en-GB" sz="1800" i="1" kern="1200"/>
            <a:t>claims made in the generated answer are entailed by the retrieved documents</a:t>
          </a:r>
          <a:r>
            <a:rPr lang="en-GB" sz="1800" kern="1200"/>
            <a:t>.</a:t>
          </a:r>
          <a:endParaRPr lang="en-US" sz="1800" kern="1200"/>
        </a:p>
      </dsp:txBody>
      <dsp:txXfrm>
        <a:off x="47346" y="441708"/>
        <a:ext cx="2786709" cy="1351313"/>
      </dsp:txXfrm>
    </dsp:sp>
    <dsp:sp modelId="{BCB511AA-900C-4D9A-ADB5-A4B3C8C70905}">
      <dsp:nvSpPr>
        <dsp:cNvPr id="0" name=""/>
        <dsp:cNvSpPr/>
      </dsp:nvSpPr>
      <dsp:spPr>
        <a:xfrm>
          <a:off x="5305" y="2050372"/>
          <a:ext cx="2870791" cy="14353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It is about the </a:t>
          </a:r>
          <a:r>
            <a:rPr lang="en-GB" sz="1800" b="1" kern="1200"/>
            <a:t>relationship between answer and evidence</a:t>
          </a:r>
          <a:r>
            <a:rPr lang="en-GB" sz="1800" kern="1200"/>
            <a:t>, not about correctness in the real world.</a:t>
          </a:r>
          <a:endParaRPr lang="en-US" sz="1800" kern="1200"/>
        </a:p>
      </dsp:txBody>
      <dsp:txXfrm>
        <a:off x="47346" y="2092413"/>
        <a:ext cx="2786709" cy="1351313"/>
      </dsp:txXfrm>
    </dsp:sp>
    <dsp:sp modelId="{9FB42620-EE64-4D10-9E9D-987C183E42AA}">
      <dsp:nvSpPr>
        <dsp:cNvPr id="0" name=""/>
        <dsp:cNvSpPr/>
      </dsp:nvSpPr>
      <dsp:spPr>
        <a:xfrm rot="18289469">
          <a:off x="2444838" y="1919382"/>
          <a:ext cx="2010835" cy="46669"/>
        </a:xfrm>
        <a:custGeom>
          <a:avLst/>
          <a:gdLst/>
          <a:ahLst/>
          <a:cxnLst/>
          <a:rect l="0" t="0" r="0" b="0"/>
          <a:pathLst>
            <a:path>
              <a:moveTo>
                <a:pt x="0" y="23334"/>
              </a:moveTo>
              <a:lnTo>
                <a:pt x="2010835" y="23334"/>
              </a:lnTo>
            </a:path>
          </a:pathLst>
        </a:custGeom>
        <a:noFill/>
        <a:ln w="1905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399985" y="1892446"/>
        <a:ext cx="100541" cy="100541"/>
      </dsp:txXfrm>
    </dsp:sp>
    <dsp:sp modelId="{1D1E31D0-FDCA-4DAD-8C3F-5EC9974A4F1F}">
      <dsp:nvSpPr>
        <dsp:cNvPr id="0" name=""/>
        <dsp:cNvSpPr/>
      </dsp:nvSpPr>
      <dsp:spPr>
        <a:xfrm>
          <a:off x="4024414" y="399667"/>
          <a:ext cx="2870791" cy="14353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Does the answer introduce facts not present in the retrieved docs?</a:t>
          </a:r>
          <a:endParaRPr lang="en-US" sz="1800" kern="1200"/>
        </a:p>
      </dsp:txBody>
      <dsp:txXfrm>
        <a:off x="4066455" y="441708"/>
        <a:ext cx="2786709" cy="1351313"/>
      </dsp:txXfrm>
    </dsp:sp>
    <dsp:sp modelId="{5415A981-B114-45B2-A190-30F56D126135}">
      <dsp:nvSpPr>
        <dsp:cNvPr id="0" name=""/>
        <dsp:cNvSpPr/>
      </dsp:nvSpPr>
      <dsp:spPr>
        <a:xfrm>
          <a:off x="2876097" y="2744735"/>
          <a:ext cx="1148316" cy="46669"/>
        </a:xfrm>
        <a:custGeom>
          <a:avLst/>
          <a:gdLst/>
          <a:ahLst/>
          <a:cxnLst/>
          <a:rect l="0" t="0" r="0" b="0"/>
          <a:pathLst>
            <a:path>
              <a:moveTo>
                <a:pt x="0" y="23334"/>
              </a:moveTo>
              <a:lnTo>
                <a:pt x="1148316" y="23334"/>
              </a:lnTo>
            </a:path>
          </a:pathLst>
        </a:custGeom>
        <a:noFill/>
        <a:ln w="1905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1548" y="2739362"/>
        <a:ext cx="57415" cy="57415"/>
      </dsp:txXfrm>
    </dsp:sp>
    <dsp:sp modelId="{3215FD75-F490-4D55-9305-C20397662EDC}">
      <dsp:nvSpPr>
        <dsp:cNvPr id="0" name=""/>
        <dsp:cNvSpPr/>
      </dsp:nvSpPr>
      <dsp:spPr>
        <a:xfrm>
          <a:off x="4024414" y="2050372"/>
          <a:ext cx="2870791" cy="14353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Does it contradict retrieved evidence?</a:t>
          </a:r>
          <a:endParaRPr lang="en-US" sz="1800" kern="1200"/>
        </a:p>
      </dsp:txBody>
      <dsp:txXfrm>
        <a:off x="4066455" y="2092413"/>
        <a:ext cx="2786709" cy="1351313"/>
      </dsp:txXfrm>
    </dsp:sp>
    <dsp:sp modelId="{CA85CECE-E088-433C-9C77-C8DE97208825}">
      <dsp:nvSpPr>
        <dsp:cNvPr id="0" name=""/>
        <dsp:cNvSpPr/>
      </dsp:nvSpPr>
      <dsp:spPr>
        <a:xfrm rot="3310531">
          <a:off x="2444838" y="3570088"/>
          <a:ext cx="2010835" cy="46669"/>
        </a:xfrm>
        <a:custGeom>
          <a:avLst/>
          <a:gdLst/>
          <a:ahLst/>
          <a:cxnLst/>
          <a:rect l="0" t="0" r="0" b="0"/>
          <a:pathLst>
            <a:path>
              <a:moveTo>
                <a:pt x="0" y="23334"/>
              </a:moveTo>
              <a:lnTo>
                <a:pt x="2010835" y="23334"/>
              </a:lnTo>
            </a:path>
          </a:pathLst>
        </a:custGeom>
        <a:noFill/>
        <a:ln w="1905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399985" y="3543152"/>
        <a:ext cx="100541" cy="100541"/>
      </dsp:txXfrm>
    </dsp:sp>
    <dsp:sp modelId="{38217D18-D787-4592-A7C8-A166E2F43E1C}">
      <dsp:nvSpPr>
        <dsp:cNvPr id="0" name=""/>
        <dsp:cNvSpPr/>
      </dsp:nvSpPr>
      <dsp:spPr>
        <a:xfrm>
          <a:off x="4024414" y="3701077"/>
          <a:ext cx="2870791" cy="14353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Does it overgeneralize or exaggerate?</a:t>
          </a:r>
          <a:endParaRPr lang="en-US" sz="1800" kern="1200"/>
        </a:p>
      </dsp:txBody>
      <dsp:txXfrm>
        <a:off x="4066455" y="3743118"/>
        <a:ext cx="2786709" cy="13513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DA5E1F-49C4-4EC8-9C93-B4D719BE5218}">
      <dsp:nvSpPr>
        <dsp:cNvPr id="0" name=""/>
        <dsp:cNvSpPr/>
      </dsp:nvSpPr>
      <dsp:spPr>
        <a:xfrm>
          <a:off x="0" y="46246"/>
          <a:ext cx="6900512" cy="131123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Query: </a:t>
          </a:r>
          <a:r>
            <a:rPr lang="en-GB" sz="2300" i="1" kern="1200"/>
            <a:t>“Does vitamin C prevent the common cold?”</a:t>
          </a:r>
          <a:endParaRPr lang="en-US" sz="2300" kern="1200"/>
        </a:p>
      </dsp:txBody>
      <dsp:txXfrm>
        <a:off x="64009" y="110255"/>
        <a:ext cx="6772494" cy="1183213"/>
      </dsp:txXfrm>
    </dsp:sp>
    <dsp:sp modelId="{F8FC390F-8D15-46DC-8398-09599BE6E079}">
      <dsp:nvSpPr>
        <dsp:cNvPr id="0" name=""/>
        <dsp:cNvSpPr/>
      </dsp:nvSpPr>
      <dsp:spPr>
        <a:xfrm>
          <a:off x="0" y="1423718"/>
          <a:ext cx="6900512" cy="1311231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Retrieved document says:</a:t>
          </a:r>
          <a:r>
            <a:rPr lang="en-GB" sz="2300" kern="1200"/>
            <a:t>“Vitamin C does not reduce the incidence of the common cold in the general population.”</a:t>
          </a:r>
          <a:endParaRPr lang="en-US" sz="2300" kern="1200"/>
        </a:p>
      </dsp:txBody>
      <dsp:txXfrm>
        <a:off x="64009" y="1487727"/>
        <a:ext cx="6772494" cy="1183213"/>
      </dsp:txXfrm>
    </dsp:sp>
    <dsp:sp modelId="{6C2BF837-F551-4B3B-84D3-CB3F6932D744}">
      <dsp:nvSpPr>
        <dsp:cNvPr id="0" name=""/>
        <dsp:cNvSpPr/>
      </dsp:nvSpPr>
      <dsp:spPr>
        <a:xfrm>
          <a:off x="0" y="2801190"/>
          <a:ext cx="6900512" cy="1311231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Generated answer: </a:t>
          </a:r>
          <a:r>
            <a:rPr lang="en-GB" sz="2300" i="1" kern="1200"/>
            <a:t>“Vitamin C helps prevent the common cold by boosting immune function.”</a:t>
          </a:r>
          <a:endParaRPr lang="en-US" sz="2300" kern="1200"/>
        </a:p>
      </dsp:txBody>
      <dsp:txXfrm>
        <a:off x="64009" y="2865199"/>
        <a:ext cx="6772494" cy="1183213"/>
      </dsp:txXfrm>
    </dsp:sp>
    <dsp:sp modelId="{C40F9579-A64D-48DC-AEB4-14BC253A819D}">
      <dsp:nvSpPr>
        <dsp:cNvPr id="0" name=""/>
        <dsp:cNvSpPr/>
      </dsp:nvSpPr>
      <dsp:spPr>
        <a:xfrm>
          <a:off x="0" y="4178662"/>
          <a:ext cx="6900512" cy="131123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❌ </a:t>
          </a:r>
          <a:r>
            <a:rPr lang="en-GB" sz="2300" b="1" kern="1200"/>
            <a:t>Not faithful</a:t>
          </a:r>
          <a:br>
            <a:rPr lang="en-GB" sz="2300" kern="1200"/>
          </a:br>
          <a:r>
            <a:rPr lang="en-GB" sz="2300" kern="1200"/>
            <a:t>Even though the document was retrieved correctly, the answer contradicts it.</a:t>
          </a:r>
          <a:endParaRPr lang="en-US" sz="2300" kern="1200"/>
        </a:p>
      </dsp:txBody>
      <dsp:txXfrm>
        <a:off x="64009" y="4242671"/>
        <a:ext cx="6772494" cy="118321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14086-D7B3-4779-BBE0-934548A1B95D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640F7-70C0-4F77-BCB9-E5E47430E11F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Attribution</a:t>
          </a:r>
          <a:r>
            <a:rPr lang="en-GB" sz="2700" kern="1200"/>
            <a:t> asks whether each claim in the generated answer can be </a:t>
          </a:r>
          <a:r>
            <a:rPr lang="en-GB" sz="2700" b="1" kern="1200"/>
            <a:t>explicitly linked to its source document(s)</a:t>
          </a:r>
          <a:r>
            <a:rPr lang="en-GB" sz="2700" kern="1200"/>
            <a:t>.</a:t>
          </a:r>
          <a:endParaRPr lang="en-US" sz="2700" kern="1200"/>
        </a:p>
      </dsp:txBody>
      <dsp:txXfrm>
        <a:off x="0" y="0"/>
        <a:ext cx="6900512" cy="1384035"/>
      </dsp:txXfrm>
    </dsp:sp>
    <dsp:sp modelId="{1CA162DA-E547-4DFD-9C8A-8B262AFFB36D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E236C-D2B4-4DE7-B53C-129DE8E798E8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Attribution is about: </a:t>
          </a:r>
          <a:r>
            <a:rPr lang="en-GB" sz="2700" b="1" kern="1200"/>
            <a:t>Provenance</a:t>
          </a:r>
          <a:r>
            <a:rPr lang="en-GB" sz="2700" kern="1200"/>
            <a:t>, </a:t>
          </a:r>
          <a:r>
            <a:rPr lang="en-GB" sz="2700" b="1" kern="1200"/>
            <a:t>Auditability, Trust</a:t>
          </a:r>
          <a:endParaRPr lang="en-US" sz="2700" kern="1200"/>
        </a:p>
      </dsp:txBody>
      <dsp:txXfrm>
        <a:off x="0" y="1384035"/>
        <a:ext cx="6900512" cy="1384035"/>
      </dsp:txXfrm>
    </dsp:sp>
    <dsp:sp modelId="{09239059-B78E-49B5-B284-D6B1421F2183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1774D-AEE6-48D4-8623-F66AD8871978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Not about: Whether the claim is true. Or well-grounded internally</a:t>
          </a:r>
          <a:endParaRPr lang="en-US" sz="2700" kern="1200"/>
        </a:p>
      </dsp:txBody>
      <dsp:txXfrm>
        <a:off x="0" y="2768070"/>
        <a:ext cx="6900512" cy="1384035"/>
      </dsp:txXfrm>
    </dsp:sp>
    <dsp:sp modelId="{CB675E50-B412-4453-A614-0735DE8A105E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C7C18-3BCA-457A-B4C0-448E3E20E280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Grounding asks “is the claim supported?”</a:t>
          </a:r>
          <a:br>
            <a:rPr lang="en-GB" sz="2700" kern="1200"/>
          </a:br>
          <a:r>
            <a:rPr lang="en-GB" sz="2700" kern="1200"/>
            <a:t>Attribution asks “where did this claim come from?”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ED366-31B4-4187-96B0-CCC4ABF7D5E1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E6D16F-6486-4242-8BD4-DC04897C0CD3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10E84-E2BA-4402-8CE8-F0CF48A90436}">
      <dsp:nvSpPr>
        <dsp:cNvPr id="0" name=""/>
        <dsp:cNvSpPr/>
      </dsp:nvSpPr>
      <dsp:spPr>
        <a:xfrm>
          <a:off x="1844034" y="682"/>
          <a:ext cx="2810369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1. Remote Work Policy (HR Handbook)</a:t>
          </a:r>
          <a:endParaRPr lang="en-US" sz="2500" kern="1200"/>
        </a:p>
      </dsp:txBody>
      <dsp:txXfrm>
        <a:off x="1844034" y="682"/>
        <a:ext cx="2810369" cy="1596566"/>
      </dsp:txXfrm>
    </dsp:sp>
    <dsp:sp modelId="{9C284074-730D-4D46-AE6C-D2C0AD9A3805}">
      <dsp:nvSpPr>
        <dsp:cNvPr id="0" name=""/>
        <dsp:cNvSpPr/>
      </dsp:nvSpPr>
      <dsp:spPr>
        <a:xfrm>
          <a:off x="4654403" y="682"/>
          <a:ext cx="1590861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“Employees may work remotely abroad for up to 30 days with manager approval.”</a:t>
          </a:r>
        </a:p>
      </dsp:txBody>
      <dsp:txXfrm>
        <a:off x="4654403" y="682"/>
        <a:ext cx="1590861" cy="1596566"/>
      </dsp:txXfrm>
    </dsp:sp>
    <dsp:sp modelId="{C4FB1787-3B7A-4CBD-AAF2-09DD8E7964AB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43BF05-4570-4C36-AE22-229FD05EB606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A168A-C20E-4AB3-B8C5-77AD3DCA9CF8}">
      <dsp:nvSpPr>
        <dsp:cNvPr id="0" name=""/>
        <dsp:cNvSpPr/>
      </dsp:nvSpPr>
      <dsp:spPr>
        <a:xfrm>
          <a:off x="1844034" y="1996390"/>
          <a:ext cx="2810369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2. Legal Compliance Memo</a:t>
          </a:r>
          <a:endParaRPr lang="en-US" sz="2500" kern="1200"/>
        </a:p>
      </dsp:txBody>
      <dsp:txXfrm>
        <a:off x="1844034" y="1996390"/>
        <a:ext cx="2810369" cy="1596566"/>
      </dsp:txXfrm>
    </dsp:sp>
    <dsp:sp modelId="{F30160F9-B544-4AAB-A328-F94EE7CD5DC1}">
      <dsp:nvSpPr>
        <dsp:cNvPr id="0" name=""/>
        <dsp:cNvSpPr/>
      </dsp:nvSpPr>
      <dsp:spPr>
        <a:xfrm>
          <a:off x="4654403" y="1996390"/>
          <a:ext cx="1590861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“Working abroad beyond 30 days may trigger tax residency obligations.”</a:t>
          </a:r>
        </a:p>
      </dsp:txBody>
      <dsp:txXfrm>
        <a:off x="4654403" y="1996390"/>
        <a:ext cx="1590861" cy="1596566"/>
      </dsp:txXfrm>
    </dsp:sp>
    <dsp:sp modelId="{C4695308-2B5C-4515-9A26-7EC87C2EC5DE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ED501-1286-4616-BC73-77FC72DDB10E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B1E81-6E8D-48FD-84B3-0195452796BD}">
      <dsp:nvSpPr>
        <dsp:cNvPr id="0" name=""/>
        <dsp:cNvSpPr/>
      </dsp:nvSpPr>
      <dsp:spPr>
        <a:xfrm>
          <a:off x="1844034" y="3992098"/>
          <a:ext cx="2810369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3. HR FAQ</a:t>
          </a:r>
          <a:endParaRPr lang="en-US" sz="2500" kern="1200"/>
        </a:p>
      </dsp:txBody>
      <dsp:txXfrm>
        <a:off x="1844034" y="3992098"/>
        <a:ext cx="2810369" cy="1596566"/>
      </dsp:txXfrm>
    </dsp:sp>
    <dsp:sp modelId="{E0466363-949C-4786-A479-E22D842F819C}">
      <dsp:nvSpPr>
        <dsp:cNvPr id="0" name=""/>
        <dsp:cNvSpPr/>
      </dsp:nvSpPr>
      <dsp:spPr>
        <a:xfrm>
          <a:off x="4654403" y="3992098"/>
          <a:ext cx="1590861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“Requests exceeding 30 days require legal review.”</a:t>
          </a:r>
        </a:p>
      </dsp:txBody>
      <dsp:txXfrm>
        <a:off x="4654403" y="3992098"/>
        <a:ext cx="1590861" cy="15965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CF619-EDC5-42ED-9E42-26BD8A38B811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05227-43AD-4478-BCFC-4CF6FD4A8B0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8F8CF-F7F4-41D8-857E-7EA4A50DC6A7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Reliable evaluation under non-determinism</a:t>
          </a:r>
          <a:endParaRPr lang="en-US" sz="2200" kern="1200"/>
        </a:p>
      </dsp:txBody>
      <dsp:txXfrm>
        <a:off x="1339618" y="2288"/>
        <a:ext cx="5024605" cy="1159843"/>
      </dsp:txXfrm>
    </dsp:sp>
    <dsp:sp modelId="{F07CDCB9-0B0B-485A-BBA5-5E55120E7E0A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0F9864-32F0-4FEA-9885-8749D9F3AA6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D48F2-2FA5-4C3F-ADF6-B5854C578292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Faithfulness guarantees</a:t>
          </a:r>
          <a:endParaRPr lang="en-US" sz="2200" kern="1200"/>
        </a:p>
      </dsp:txBody>
      <dsp:txXfrm>
        <a:off x="1339618" y="1452092"/>
        <a:ext cx="5024605" cy="1159843"/>
      </dsp:txXfrm>
    </dsp:sp>
    <dsp:sp modelId="{B9A971DA-B029-4B30-881F-E474BC09815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DE036-2289-450F-ABD7-BBFF10D27D8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5EA78-61FE-4DD5-816E-168C2CEFD035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Cost-aware IR pipelines</a:t>
          </a:r>
          <a:endParaRPr lang="en-US" sz="2200" kern="1200"/>
        </a:p>
      </dsp:txBody>
      <dsp:txXfrm>
        <a:off x="1339618" y="2901896"/>
        <a:ext cx="5024605" cy="1159843"/>
      </dsp:txXfrm>
    </dsp:sp>
    <dsp:sp modelId="{367DABEA-762A-4103-9FBE-28CE9967E0BF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12FF7-8FBE-40B8-9CB0-D390209AF5DE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AA5E7-8C7E-4E15-9430-59513CD3DB08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Domain-specific retrieval grounding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38A8C-811B-4D13-B8C3-97557F833B8C}">
      <dsp:nvSpPr>
        <dsp:cNvPr id="0" name=""/>
        <dsp:cNvSpPr/>
      </dsp:nvSpPr>
      <dsp:spPr>
        <a:xfrm>
          <a:off x="0" y="0"/>
          <a:ext cx="1547603" cy="33444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066" tIns="120904" rIns="11006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SIGIR: ACM SIGIR Conference on Research and Development in Information Retrieval</a:t>
          </a:r>
          <a:endParaRPr lang="en-US" sz="1700" kern="1200"/>
        </a:p>
      </dsp:txBody>
      <dsp:txXfrm>
        <a:off x="0" y="0"/>
        <a:ext cx="1547603" cy="3344458"/>
      </dsp:txXfrm>
    </dsp:sp>
    <dsp:sp modelId="{9E84E1D2-022A-42D8-B5C6-7AE92A5FBE7D}">
      <dsp:nvSpPr>
        <dsp:cNvPr id="0" name=""/>
        <dsp:cNvSpPr/>
      </dsp:nvSpPr>
      <dsp:spPr>
        <a:xfrm>
          <a:off x="1547602" y="0"/>
          <a:ext cx="4642809" cy="334445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78" tIns="215900" rIns="94178" bIns="2159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Flagship IR conference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Core home for: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Neural IR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LLM-based search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RAG, conversational search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Evaluation and benchmarks</a:t>
          </a:r>
          <a:endParaRPr lang="en-US" sz="13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Sets </a:t>
          </a:r>
          <a:r>
            <a:rPr lang="en-GB" sz="1700" b="1" kern="1200"/>
            <a:t>methodological standards</a:t>
          </a:r>
          <a:r>
            <a:rPr lang="en-GB" sz="1700" kern="1200"/>
            <a:t> for IR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📌 </a:t>
          </a:r>
          <a:r>
            <a:rPr lang="en-GB" sz="1700" i="1" kern="1200"/>
            <a:t>Top venue for LLM-powered search systems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21.5 acceptance rate in 2025 (238/1105)</a:t>
          </a:r>
          <a:endParaRPr lang="en-US" sz="1700" kern="1200"/>
        </a:p>
      </dsp:txBody>
      <dsp:txXfrm>
        <a:off x="1547602" y="0"/>
        <a:ext cx="4642809" cy="33444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2846A-DA29-40E8-AB77-CDB230FE6AA1}">
      <dsp:nvSpPr>
        <dsp:cNvPr id="0" name=""/>
        <dsp:cNvSpPr/>
      </dsp:nvSpPr>
      <dsp:spPr>
        <a:xfrm>
          <a:off x="1256057" y="343032"/>
          <a:ext cx="1066737" cy="10667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8DA70-C1C0-4A15-8D9E-81C80F2EFBB4}">
      <dsp:nvSpPr>
        <dsp:cNvPr id="0" name=""/>
        <dsp:cNvSpPr/>
      </dsp:nvSpPr>
      <dsp:spPr>
        <a:xfrm>
          <a:off x="604162" y="1740599"/>
          <a:ext cx="23705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2️⃣ CIKM ACM Conference on Information and Knowledge Management  </a:t>
          </a:r>
          <a:r>
            <a:rPr lang="en-GB" sz="1100" kern="1200"/>
            <a:t>27% of acceptance rate </a:t>
          </a:r>
          <a:endParaRPr lang="en-US" sz="1100" kern="1200"/>
        </a:p>
      </dsp:txBody>
      <dsp:txXfrm>
        <a:off x="604162" y="1740599"/>
        <a:ext cx="2370528" cy="720000"/>
      </dsp:txXfrm>
    </dsp:sp>
    <dsp:sp modelId="{34653FCD-56BB-4BE2-A693-10ECCB19F74E}">
      <dsp:nvSpPr>
        <dsp:cNvPr id="0" name=""/>
        <dsp:cNvSpPr/>
      </dsp:nvSpPr>
      <dsp:spPr>
        <a:xfrm>
          <a:off x="4041428" y="343032"/>
          <a:ext cx="1066737" cy="10667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2B8E0-0E63-4487-877E-45C88F7B964F}">
      <dsp:nvSpPr>
        <dsp:cNvPr id="0" name=""/>
        <dsp:cNvSpPr/>
      </dsp:nvSpPr>
      <dsp:spPr>
        <a:xfrm>
          <a:off x="3389533" y="1740599"/>
          <a:ext cx="23705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3️⃣ WSDM ACM International Conference on Web Search and Data Mining </a:t>
          </a:r>
          <a:r>
            <a:rPr lang="en-GB" sz="1100" kern="1200"/>
            <a:t>17.3% of acceptance rate </a:t>
          </a:r>
          <a:endParaRPr lang="en-US" sz="1100" kern="1200"/>
        </a:p>
      </dsp:txBody>
      <dsp:txXfrm>
        <a:off x="3389533" y="1740599"/>
        <a:ext cx="2370528" cy="720000"/>
      </dsp:txXfrm>
    </dsp:sp>
    <dsp:sp modelId="{B941262E-2C70-41DF-8301-7580B2E0B08F}">
      <dsp:nvSpPr>
        <dsp:cNvPr id="0" name=""/>
        <dsp:cNvSpPr/>
      </dsp:nvSpPr>
      <dsp:spPr>
        <a:xfrm>
          <a:off x="1256057" y="3053232"/>
          <a:ext cx="1066737" cy="10667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7904C-48E6-4992-A3A1-E5A9DDB82ECC}">
      <dsp:nvSpPr>
        <dsp:cNvPr id="0" name=""/>
        <dsp:cNvSpPr/>
      </dsp:nvSpPr>
      <dsp:spPr>
        <a:xfrm>
          <a:off x="604162" y="4450799"/>
          <a:ext cx="23705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4️⃣ ACL (and EMNLP / NAACL) </a:t>
          </a:r>
          <a:r>
            <a:rPr lang="en-GB" sz="1100" kern="1200"/>
            <a:t>Annual Meeting of the Association for Computational Linguistics  20.3% of acceptance rate</a:t>
          </a:r>
          <a:endParaRPr lang="en-US" sz="1100" kern="1200"/>
        </a:p>
      </dsp:txBody>
      <dsp:txXfrm>
        <a:off x="604162" y="4450799"/>
        <a:ext cx="2370528" cy="720000"/>
      </dsp:txXfrm>
    </dsp:sp>
    <dsp:sp modelId="{94CA77A2-CC77-4947-9A7E-74AEC6E56AC9}">
      <dsp:nvSpPr>
        <dsp:cNvPr id="0" name=""/>
        <dsp:cNvSpPr/>
      </dsp:nvSpPr>
      <dsp:spPr>
        <a:xfrm>
          <a:off x="4041428" y="3053232"/>
          <a:ext cx="1066737" cy="10667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0E3D1-9CE3-45CF-B4AD-A31DFC3A4BE4}">
      <dsp:nvSpPr>
        <dsp:cNvPr id="0" name=""/>
        <dsp:cNvSpPr/>
      </dsp:nvSpPr>
      <dsp:spPr>
        <a:xfrm>
          <a:off x="3389533" y="4450799"/>
          <a:ext cx="23705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Read paper from that top conferences as they are most up to date  </a:t>
          </a:r>
          <a:endParaRPr lang="en-US" sz="1100" kern="1200"/>
        </a:p>
      </dsp:txBody>
      <dsp:txXfrm>
        <a:off x="3389533" y="4450799"/>
        <a:ext cx="237052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70FDD-3046-4328-BE85-B6AAF11E22FD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04472-1A30-4747-BCE3-5124E14B0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6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4472-1A30-4747-BCE3-5124E14B030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360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7ADC-0499-404A-891B-21BEF6111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8767A-4B42-50C0-9A62-B808C1AE1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E183D-33F6-191B-CF36-F988C480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93DD4-AE16-9A2D-735E-457F14AB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AA97-39BA-CC8F-F6A1-9B210ABF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12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A415-EB2D-8049-8239-EE871C4E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9B42-40C9-7609-A674-74950E874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1CE2-94E6-9A8A-CD60-26AC85C2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44C6A-BC8E-82C1-4C07-93177A6A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D803-E506-013A-FAB7-4438034B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61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5133-373F-F2E3-BEFF-E9B762D7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B51BB-93D8-0F57-AEEE-B87739FB2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9A2F-DC2B-7CD5-D335-540BB955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1D008-EF00-9C3B-2426-5CB4E3F71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C8BAA-7E2F-0BA5-3D95-84A352CB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94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600-7B44-B148-30C9-A83566C3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454D-42CA-397F-5EA6-A58AA639E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18C5C-1A20-6E36-BC5D-FE0CD9FCE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94499-784D-0D92-424F-6B3A8473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9B1C6-ACF6-FE5D-52CA-9CA84F71F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65230-341E-A28B-EA28-F08396FB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152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5D14-CDBB-D088-1BA1-2E5F38960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1D4D8-2256-4258-6AF6-3A47EC6FA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9F08E-7871-E64C-B57C-492F10F75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ECEF9-3AEE-BE7B-25DA-0B12E080F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8F92F-27EA-B8BE-9759-589463732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57253C-DBE4-2F53-F981-9C105CB9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C3FD5-6FC3-0EA3-3C9F-14729F69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D511E7-3E7D-04A4-FE44-050ECF55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55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77B2-B397-54A9-ED2D-E9EDF4F8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CB19DB-6BCE-6E15-5EEA-D23B70B5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FFFB4-0C17-626A-A9FD-FB5794BD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1C6DF-C55F-6421-26FF-9710F06A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484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FA2279-AACC-D737-36C1-D3BDCD3F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EC64D-2882-A0FA-6E58-912880B2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E05BF-C68C-75D4-C209-0A87DE8AE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18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A96F-F02A-0576-9D47-2BC11D0C6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D502D-28E9-09FA-9909-76E379264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8D040-34AE-C606-3E63-083EBACB4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41966-543C-B022-6497-65426A70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1F272-4005-3DF0-74BC-20055249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2AB85-A3DD-4F32-D137-B8527869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50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D8D3-88A2-6524-5A76-AEC7507CC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475A6-2CC6-9D7D-C924-66060C4C1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24641-4B6D-9B58-54F4-8D2B43196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49E13-4E9C-C516-83DC-46873D19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609DF-8137-AA48-162E-42FA988A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EBE44-4C64-7CEB-E01B-1E4D582A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21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296E-CE99-5A86-E41F-D26AC997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3D5BA-CE8F-AEEB-C9B4-E0AEBB591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2A79-B082-4035-995E-5AA238EC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7557-7C41-6493-3B08-E0EDCF2E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EFBB-2794-C584-A807-B9917510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38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D6179-0B3E-D053-0DCF-A3B0ABCCE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1A2AE-86C5-4DD3-B873-DD4F5CEE7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5FD76-1AD3-F22E-FDA2-68A8E3A5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71F66-942E-8ED4-9FE6-B447B024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54920-D4D2-D892-6D1E-5960221D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837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93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59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5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67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61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00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77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5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147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9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EA2B8-D718-4E95-0E3B-E3290E0F7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2DE84-B075-4EFC-3970-85C86142B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9E3B-721E-0B73-DDC1-A84FF0115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6872B-C195-4222-B67C-1687F3F8C8C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DD7F7-F1DF-2520-5B55-96D9FF1C3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73B7A-3DFC-D16D-9589-42963BB3B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BBCEC-D9A9-4E3B-B7DA-ADB03F0D4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81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2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8F019-01B2-D521-51DB-69CC7D713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anchor="ctr">
            <a:normAutofit/>
          </a:bodyPr>
          <a:lstStyle/>
          <a:p>
            <a:pPr algn="l"/>
            <a:r>
              <a:rPr lang="en-GB" sz="2800" dirty="0">
                <a:solidFill>
                  <a:srgbClr val="FFFFFF"/>
                </a:solidFill>
              </a:rPr>
              <a:t>Lecture 4: Evaluation, Applications, and Trends in LLM-Driven Information Retrieval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7A547-E279-BAF0-4024-926700BC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1507" y="387224"/>
            <a:ext cx="3291839" cy="830453"/>
          </a:xfrm>
        </p:spPr>
        <p:txBody>
          <a:bodyPr anchor="ctr">
            <a:normAutofit/>
          </a:bodyPr>
          <a:lstStyle/>
          <a:p>
            <a:pPr algn="l"/>
            <a:r>
              <a:rPr lang="en-GB" sz="1100">
                <a:solidFill>
                  <a:srgbClr val="FFFFFF"/>
                </a:solidFill>
              </a:rPr>
              <a:t>L</a:t>
            </a:r>
            <a:r>
              <a:rPr lang="en-US" altLang="zh-CN" sz="1100">
                <a:solidFill>
                  <a:srgbClr val="FFFFFF"/>
                </a:solidFill>
              </a:rPr>
              <a:t>ecturer: </a:t>
            </a:r>
            <a:r>
              <a:rPr lang="en-GB" sz="1100">
                <a:solidFill>
                  <a:srgbClr val="FFFFFF"/>
                </a:solidFill>
              </a:rPr>
              <a:t>Yunfei Long</a:t>
            </a:r>
          </a:p>
          <a:p>
            <a:pPr algn="l"/>
            <a:r>
              <a:rPr lang="en-GB" sz="1100">
                <a:solidFill>
                  <a:srgbClr val="FFFFFF"/>
                </a:solidFill>
              </a:rPr>
              <a:t>Duration: 90 minutes</a:t>
            </a:r>
          </a:p>
          <a:p>
            <a:pPr algn="l"/>
            <a:r>
              <a:rPr lang="en-GB" sz="1100">
                <a:solidFill>
                  <a:srgbClr val="FFFFFF"/>
                </a:solidFill>
              </a:rPr>
              <a:t>Module Organizer: Qianni Zhang</a:t>
            </a:r>
          </a:p>
        </p:txBody>
      </p:sp>
      <p:pic>
        <p:nvPicPr>
          <p:cNvPr id="1026" name="Picture 2" descr="Queen Mary University of London | Russell Group">
            <a:extLst>
              <a:ext uri="{FF2B5EF4-FFF2-40B4-BE49-F238E27FC236}">
                <a16:creationId xmlns:a16="http://schemas.microsoft.com/office/drawing/2014/main" id="{34533C41-5B66-6319-7B08-582F44248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748" y="3493961"/>
            <a:ext cx="5131088" cy="137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D34E697C-5A22-252A-0045-5AD6E7C0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165" y="2217815"/>
            <a:ext cx="3997831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6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873ED-CF85-1410-2A59-6490BBE7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Why Evaluating LLM-based IR Is Harder Than Classical IR?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CA918B-A7FF-851D-C78C-92B0A76FA8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33209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855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D8404-1928-5A27-8954-9851809A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Scenario: Medical Question Answering (RAG Based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F6C95-EABA-A4C8-0764-85319D54F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1"/>
              <a:t>User query:</a:t>
            </a:r>
            <a:endParaRPr lang="en-GB" sz="2000"/>
          </a:p>
          <a:p>
            <a:pPr lvl="1"/>
            <a:r>
              <a:rPr lang="en-GB" sz="2000" i="1"/>
              <a:t>“What are the main treatments for Type 2 diabetes?”</a:t>
            </a:r>
            <a:endParaRPr lang="en-GB" sz="2000"/>
          </a:p>
          <a:p>
            <a:r>
              <a:rPr lang="en-GB" sz="2000"/>
              <a:t>Retriever → Re-ranker → LLM Generator</a:t>
            </a:r>
          </a:p>
          <a:p>
            <a:r>
              <a:rPr lang="en-GB" sz="2000"/>
              <a:t>Case 1: </a:t>
            </a:r>
            <a:r>
              <a:rPr lang="en-GB" sz="2000" b="1"/>
              <a:t>Good Retrieval ≠ Good Answer</a:t>
            </a:r>
          </a:p>
          <a:p>
            <a:r>
              <a:rPr lang="en-GB" sz="2000"/>
              <a:t>The retriever returns:</a:t>
            </a:r>
          </a:p>
          <a:p>
            <a:pPr lvl="1"/>
            <a:r>
              <a:rPr lang="en-GB" sz="2000" i="1"/>
              <a:t>Clinical guideline on Type 2 diabetes treatment </a:t>
            </a:r>
            <a:r>
              <a:rPr lang="en-GB" sz="2000"/>
              <a:t>✅</a:t>
            </a:r>
          </a:p>
          <a:p>
            <a:pPr lvl="1"/>
            <a:r>
              <a:rPr lang="en-GB" sz="2000" i="1"/>
              <a:t>WHO report on diabetes management </a:t>
            </a:r>
            <a:r>
              <a:rPr lang="en-GB" sz="2000"/>
              <a:t>✅</a:t>
            </a:r>
          </a:p>
          <a:p>
            <a:pPr lvl="1"/>
            <a:r>
              <a:rPr lang="en-GB" sz="2000" i="1"/>
              <a:t>Review paper on insulin therapy </a:t>
            </a:r>
            <a:r>
              <a:rPr lang="en-GB" sz="2000"/>
              <a:t>✅</a:t>
            </a:r>
          </a:p>
          <a:p>
            <a:r>
              <a:rPr lang="en-GB" sz="2000" b="1"/>
              <a:t>Retrieval metrics:</a:t>
            </a:r>
            <a:endParaRPr lang="en-GB" sz="2000"/>
          </a:p>
          <a:p>
            <a:pPr lvl="1"/>
            <a:r>
              <a:rPr lang="en-GB" sz="2000"/>
              <a:t>Recall@5 = 1.0</a:t>
            </a:r>
          </a:p>
          <a:p>
            <a:pPr lvl="1"/>
            <a:r>
              <a:rPr lang="en-GB" sz="2000"/>
              <a:t>nDCG@10 = very high</a:t>
            </a:r>
          </a:p>
          <a:p>
            <a:r>
              <a:rPr lang="en-GB" sz="2000"/>
              <a:t>📌 </a:t>
            </a:r>
            <a:r>
              <a:rPr lang="en-GB" sz="2000" i="1"/>
              <a:t>From a classical IR perspective, the system is doing perfectly.</a:t>
            </a:r>
            <a:endParaRPr lang="en-GB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77681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1AABC-41E1-D41B-7868-0918CBA1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>
                <a:solidFill>
                  <a:srgbClr val="FFFFFF"/>
                </a:solidFill>
              </a:rPr>
              <a:t>Good Retrieval ≠ Good Answer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144A6-9F13-C2E6-3C45-3EA5B4C35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LLM generates: </a:t>
            </a:r>
            <a:r>
              <a:rPr lang="en-GB" sz="2000" i="1" dirty="0"/>
              <a:t>“Type 2 diabetes is mainly treated with insulin injections and, in severe cases, pancreas transplantation.”</a:t>
            </a:r>
          </a:p>
          <a:p>
            <a:r>
              <a:rPr lang="en-GB" sz="2000" dirty="0"/>
              <a:t>❌ Problems:</a:t>
            </a:r>
          </a:p>
          <a:p>
            <a:pPr lvl="1"/>
            <a:r>
              <a:rPr lang="en-GB" sz="2000" i="1" dirty="0"/>
              <a:t>Over-emphasizes insulin </a:t>
            </a:r>
          </a:p>
          <a:p>
            <a:pPr lvl="1"/>
            <a:r>
              <a:rPr lang="en-GB" sz="2000" i="1" dirty="0"/>
              <a:t>Mentions pancreas transplantation (rare, misleading)</a:t>
            </a:r>
          </a:p>
          <a:p>
            <a:pPr lvl="1"/>
            <a:r>
              <a:rPr lang="en-GB" sz="2000" i="1" dirty="0"/>
              <a:t>Ignores lifestyle and oral medication (like Metformin)</a:t>
            </a:r>
          </a:p>
          <a:p>
            <a:r>
              <a:rPr lang="en-GB" sz="2000" dirty="0"/>
              <a:t>Potentially dangerous! Actually, a lot of medical doctors complain this! </a:t>
            </a:r>
          </a:p>
          <a:p>
            <a:pPr lvl="1"/>
            <a:r>
              <a:rPr lang="en-GB" sz="2000" dirty="0"/>
              <a:t>Over weights salient phrases</a:t>
            </a:r>
          </a:p>
          <a:p>
            <a:pPr lvl="1"/>
            <a:r>
              <a:rPr lang="en-GB" sz="2000" dirty="0"/>
              <a:t>Hallucinates plausible but incorrect treatments</a:t>
            </a:r>
          </a:p>
          <a:p>
            <a:pPr lvl="1"/>
            <a:r>
              <a:rPr lang="en-GB" sz="2000" dirty="0"/>
              <a:t>Fails to summarize faithfully</a:t>
            </a:r>
          </a:p>
          <a:p>
            <a:pPr lvl="1"/>
            <a:r>
              <a:rPr lang="en-GB" sz="2000" dirty="0"/>
              <a:t>E</a:t>
            </a:r>
            <a:r>
              <a:rPr lang="en-US" altLang="zh-CN" sz="2000" dirty="0"/>
              <a:t>specially in low-resources languages </a:t>
            </a:r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70279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7C3EF-D02D-C81B-1A16-CF7BAD046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Good Answer ≠ Faithful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E22C8-EA01-AE35-D866-50F74E645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LLM generates:</a:t>
            </a:r>
          </a:p>
          <a:p>
            <a:pPr lvl="1"/>
            <a:r>
              <a:rPr lang="en-GB" sz="2000" i="1" dirty="0"/>
              <a:t>“Type 2 diabetes is usually managed with lifestyle changes, oral medications like metformin, and insulin if needed.”</a:t>
            </a:r>
            <a:endParaRPr lang="en-GB" sz="2000" dirty="0"/>
          </a:p>
          <a:p>
            <a:r>
              <a:rPr lang="en-GB" sz="2000" dirty="0"/>
              <a:t>✔️ Medically correct</a:t>
            </a:r>
            <a:br>
              <a:rPr lang="en-GB" sz="2000" dirty="0"/>
            </a:br>
            <a:r>
              <a:rPr lang="en-GB" sz="2000" dirty="0"/>
              <a:t>✔️ Well-written</a:t>
            </a:r>
            <a:br>
              <a:rPr lang="en-GB" sz="2000" dirty="0"/>
            </a:br>
            <a:r>
              <a:rPr lang="en-GB" sz="2000" dirty="0"/>
              <a:t>✔️ Helpful to users</a:t>
            </a:r>
          </a:p>
          <a:p>
            <a:r>
              <a:rPr lang="en-GB" sz="2000" dirty="0"/>
              <a:t>🔍 The retrieved documents in Retrieval Stage were:</a:t>
            </a:r>
          </a:p>
          <a:p>
            <a:pPr lvl="1"/>
            <a:r>
              <a:rPr lang="en-GB" sz="2000" dirty="0"/>
              <a:t>Outdated blog post on diabetes (did not mention newer drugs like </a:t>
            </a:r>
            <a:r>
              <a:rPr lang="en-GB" sz="2000" dirty="0" err="1"/>
              <a:t>Competact</a:t>
            </a:r>
            <a:r>
              <a:rPr lang="en-GB" sz="2000" dirty="0"/>
              <a:t>) ❌</a:t>
            </a:r>
          </a:p>
          <a:p>
            <a:pPr lvl="1"/>
            <a:r>
              <a:rPr lang="en-GB" sz="2000" dirty="0"/>
              <a:t>General nutrition article ❌</a:t>
            </a:r>
          </a:p>
          <a:p>
            <a:pPr lvl="1"/>
            <a:r>
              <a:rPr lang="en-GB" sz="2000" dirty="0"/>
              <a:t>Irrelevant discussion forum ❌</a:t>
            </a:r>
          </a:p>
          <a:p>
            <a:r>
              <a:rPr lang="en-GB" sz="2000" dirty="0"/>
              <a:t>The LLM:</a:t>
            </a:r>
          </a:p>
          <a:p>
            <a:pPr lvl="1"/>
            <a:r>
              <a:rPr lang="en-GB" sz="2000" dirty="0"/>
              <a:t>Used </a:t>
            </a:r>
            <a:r>
              <a:rPr lang="en-GB" sz="2000" b="1" dirty="0"/>
              <a:t>pretrained knowledge</a:t>
            </a:r>
            <a:endParaRPr lang="en-GB" sz="2000" dirty="0"/>
          </a:p>
          <a:p>
            <a:pPr lvl="1"/>
            <a:r>
              <a:rPr lang="en-GB" sz="2000" dirty="0"/>
              <a:t>Ignored retrieved evidence</a:t>
            </a:r>
          </a:p>
          <a:p>
            <a:pPr lvl="1"/>
            <a:r>
              <a:rPr lang="en-GB" sz="2000" dirty="0"/>
              <a:t>Did </a:t>
            </a:r>
            <a:r>
              <a:rPr lang="en-GB" sz="2000" b="1" dirty="0"/>
              <a:t>not ground the answer</a:t>
            </a:r>
            <a:r>
              <a:rPr lang="en-GB" sz="2000" dirty="0"/>
              <a:t> in sources</a:t>
            </a: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7700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3053D-A72D-5DF4-40C0-C94CF7E3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Faithful retrieval ≠ </a:t>
            </a:r>
            <a:r>
              <a:rPr lang="en-US" altLang="zh-CN">
                <a:solidFill>
                  <a:srgbClr val="FFFFFF"/>
                </a:solidFill>
              </a:rPr>
              <a:t>useful retrieval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3A57-7289-FFDB-D9A1-ADB7B1CA7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1700" b="1"/>
              <a:t>Scenario: Enterprise Policy QA System</a:t>
            </a:r>
          </a:p>
          <a:p>
            <a:pPr lvl="1"/>
            <a:r>
              <a:rPr lang="en-GB" sz="1700" b="1"/>
              <a:t>User query: </a:t>
            </a:r>
            <a:r>
              <a:rPr lang="en-GB" sz="1700" i="1"/>
              <a:t>“Can employees work remotely from abroad?”</a:t>
            </a:r>
          </a:p>
          <a:p>
            <a:pPr marL="228600" lvl="1">
              <a:spcBef>
                <a:spcPts val="1000"/>
              </a:spcBef>
            </a:pPr>
            <a:r>
              <a:rPr lang="en-GB" sz="1700"/>
              <a:t>Faithful retrieval: Retrieved documents actually contain information relevant to the query and are correctly retrieved.</a:t>
            </a:r>
          </a:p>
          <a:p>
            <a:r>
              <a:rPr lang="en-GB" sz="1700" b="1"/>
              <a:t>🔍 Retrieved Documents (All Faithful)</a:t>
            </a:r>
          </a:p>
          <a:p>
            <a:pPr lvl="1"/>
            <a:r>
              <a:rPr lang="en-GB" sz="1700" b="1"/>
              <a:t>Full HR Policy Handbook (2023)</a:t>
            </a:r>
            <a:r>
              <a:rPr lang="en-GB" sz="1700"/>
              <a:t> — 120 pages</a:t>
            </a:r>
          </a:p>
          <a:p>
            <a:pPr lvl="2"/>
            <a:r>
              <a:rPr lang="en-GB" sz="1700"/>
              <a:t>Contains the remote work policy ✔️</a:t>
            </a:r>
          </a:p>
          <a:p>
            <a:pPr lvl="2"/>
            <a:r>
              <a:rPr lang="en-GB" sz="1700"/>
              <a:t>Mentions overseas work conditions ✔️</a:t>
            </a:r>
          </a:p>
          <a:p>
            <a:pPr lvl="1"/>
            <a:r>
              <a:rPr lang="en-GB" sz="1700" b="1"/>
              <a:t>Legal Compliance Appendix</a:t>
            </a:r>
            <a:r>
              <a:rPr lang="en-GB" sz="1700"/>
              <a:t> — 40 pages</a:t>
            </a:r>
          </a:p>
          <a:p>
            <a:pPr lvl="2"/>
            <a:r>
              <a:rPr lang="en-GB" sz="1700"/>
              <a:t>Accurately discusses tax residency ✔️</a:t>
            </a:r>
          </a:p>
          <a:p>
            <a:pPr lvl="2"/>
            <a:r>
              <a:rPr lang="en-GB" sz="1700"/>
              <a:t>Mentions international </a:t>
            </a:r>
            <a:r>
              <a:rPr lang="en-GB" sz="1700" err="1"/>
              <a:t>labor</a:t>
            </a:r>
            <a:r>
              <a:rPr lang="en-GB" sz="1700"/>
              <a:t> law ✔️</a:t>
            </a:r>
          </a:p>
          <a:p>
            <a:pPr lvl="1"/>
            <a:r>
              <a:rPr lang="en-GB" sz="1700" b="1"/>
              <a:t>Internal Risk Assessment Memo</a:t>
            </a:r>
            <a:endParaRPr lang="en-GB" sz="1700"/>
          </a:p>
          <a:p>
            <a:pPr lvl="2"/>
            <a:r>
              <a:rPr lang="en-GB" sz="1700"/>
              <a:t>Discusses cross-border employment risks ✔️</a:t>
            </a:r>
          </a:p>
          <a:p>
            <a:pPr marL="228600" lvl="1">
              <a:spcBef>
                <a:spcPts val="1000"/>
              </a:spcBef>
            </a:pPr>
            <a:endParaRPr lang="en-GB" sz="1700"/>
          </a:p>
          <a:p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131803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9C48A-A538-038F-35BA-8D27DED5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Why This Retrieval Is Not Useful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BF5B-D860-FF8D-0DCE-C0AEE75A4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1700" dirty="0"/>
              <a:t>From the user’s perspective:</a:t>
            </a:r>
          </a:p>
          <a:p>
            <a:pPr lvl="1"/>
            <a:r>
              <a:rPr lang="en-GB" sz="1700" dirty="0"/>
              <a:t>Too long</a:t>
            </a:r>
          </a:p>
          <a:p>
            <a:pPr lvl="1"/>
            <a:r>
              <a:rPr lang="en-GB" sz="1700" dirty="0"/>
              <a:t>Too verbose</a:t>
            </a:r>
          </a:p>
          <a:p>
            <a:pPr lvl="1"/>
            <a:r>
              <a:rPr lang="en-GB" sz="1700" dirty="0"/>
              <a:t>Too legalistic</a:t>
            </a:r>
          </a:p>
          <a:p>
            <a:r>
              <a:rPr lang="en-GB" sz="1700" dirty="0"/>
              <a:t>Hard to extract a </a:t>
            </a:r>
            <a:r>
              <a:rPr lang="en-GB" sz="1700" b="1" dirty="0"/>
              <a:t>clear answer</a:t>
            </a:r>
            <a:endParaRPr lang="en-GB" sz="1700" dirty="0"/>
          </a:p>
          <a:p>
            <a:r>
              <a:rPr lang="en-GB" sz="1700" dirty="0"/>
              <a:t>H</a:t>
            </a:r>
            <a:r>
              <a:rPr lang="en-US" altLang="zh-CN" sz="1700" dirty="0" err="1"/>
              <a:t>ence</a:t>
            </a:r>
            <a:r>
              <a:rPr lang="en-US" altLang="zh-CN" sz="1700" dirty="0"/>
              <a:t> </a:t>
            </a:r>
            <a:r>
              <a:rPr lang="en-GB" altLang="zh-CN" sz="1700" dirty="0"/>
              <a:t>t</a:t>
            </a:r>
            <a:r>
              <a:rPr lang="en-GB" sz="1700" dirty="0"/>
              <a:t>he LLM:</a:t>
            </a:r>
          </a:p>
          <a:p>
            <a:pPr lvl="1"/>
            <a:r>
              <a:rPr lang="en-GB" sz="1700" dirty="0"/>
              <a:t>Struggles to fit content into context window</a:t>
            </a:r>
          </a:p>
          <a:p>
            <a:pPr lvl="1"/>
            <a:r>
              <a:rPr lang="en-GB" sz="1700" dirty="0"/>
              <a:t>May focus on edge cases</a:t>
            </a:r>
          </a:p>
          <a:p>
            <a:pPr lvl="1"/>
            <a:r>
              <a:rPr lang="en-GB" sz="1700" dirty="0"/>
              <a:t>Produces vague or hedged answers</a:t>
            </a:r>
          </a:p>
          <a:p>
            <a:r>
              <a:rPr lang="en-GB" sz="1700" b="1" dirty="0"/>
              <a:t>🚨 Outcome</a:t>
            </a:r>
            <a:r>
              <a:rPr lang="zh-CN" altLang="en-US" sz="1700" b="1" dirty="0"/>
              <a:t>：</a:t>
            </a:r>
            <a:r>
              <a:rPr lang="en-GB" sz="1700" i="1" dirty="0"/>
              <a:t>“Remote work from abroad depends on multiple legal, tax, and organizational factors and may require approvals.”</a:t>
            </a:r>
          </a:p>
          <a:p>
            <a:pPr lvl="1"/>
            <a:r>
              <a:rPr lang="en-GB" sz="1700" dirty="0"/>
              <a:t>✔️ Faithful ❌ Not actionable❌ Not helpful</a:t>
            </a:r>
          </a:p>
          <a:p>
            <a:pPr lvl="1"/>
            <a:endParaRPr lang="en-GB" sz="1700" dirty="0"/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417108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E7420-C960-5DDE-88AA-749ED8FB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What Changes with LLMs?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07E3-ED51-74C3-3D24-902ECDA8A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GB" dirty="0"/>
              <a:t>Highlight 4 challenges:</a:t>
            </a:r>
          </a:p>
          <a:p>
            <a:pPr lvl="1"/>
            <a:r>
              <a:rPr lang="en-GB" dirty="0"/>
              <a:t>Multi-stage pipelines</a:t>
            </a:r>
          </a:p>
          <a:p>
            <a:pPr lvl="1"/>
            <a:r>
              <a:rPr lang="en-GB" dirty="0"/>
              <a:t>Reasoning &amp; generation involved</a:t>
            </a:r>
          </a:p>
          <a:p>
            <a:pPr lvl="1"/>
            <a:r>
              <a:rPr lang="en-GB" dirty="0"/>
              <a:t>Non-determinism</a:t>
            </a:r>
          </a:p>
          <a:p>
            <a:pPr lvl="1"/>
            <a:r>
              <a:rPr lang="en-GB" dirty="0"/>
              <a:t>User-facing outputs (answers, summaries)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929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6A8B9-CD83-4646-7BDC-75601669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3313" y="940104"/>
            <a:ext cx="4634702" cy="11813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Non-Determinism in LLM-Based IR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05467-0E20-D4ED-67EE-3A7FA40E5E9E}"/>
              </a:ext>
            </a:extLst>
          </p:cNvPr>
          <p:cNvSpPr txBox="1"/>
          <p:nvPr/>
        </p:nvSpPr>
        <p:spPr>
          <a:xfrm>
            <a:off x="7282542" y="2768890"/>
            <a:ext cx="4275473" cy="34467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I</a:t>
            </a:r>
            <a:r>
              <a:rPr lang="en-US" altLang="zh-CN" sz="2200" b="1" dirty="0"/>
              <a:t>f you are a RA doing A</a:t>
            </a:r>
            <a:r>
              <a:rPr lang="en-US" sz="2200" b="1" dirty="0"/>
              <a:t>cademic Literature Search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User query: </a:t>
            </a:r>
            <a:r>
              <a:rPr lang="en-US" sz="2200" i="1" dirty="0"/>
              <a:t>“What are the main limitations of Retrieval-Augmented Generation?”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37138-9699-409E-7053-58DEFFDD4B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3627203"/>
              </p:ext>
            </p:extLst>
          </p:nvPr>
        </p:nvGraphicFramePr>
        <p:xfrm>
          <a:off x="391886" y="1055945"/>
          <a:ext cx="6256671" cy="4746114"/>
        </p:xfrm>
        <a:graphic>
          <a:graphicData uri="http://schemas.openxmlformats.org/drawingml/2006/table">
            <a:tbl>
              <a:tblPr/>
              <a:tblGrid>
                <a:gridCol w="1983839">
                  <a:extLst>
                    <a:ext uri="{9D8B030D-6E8A-4147-A177-3AD203B41FA5}">
                      <a16:colId xmlns:a16="http://schemas.microsoft.com/office/drawing/2014/main" val="1581312670"/>
                    </a:ext>
                  </a:extLst>
                </a:gridCol>
                <a:gridCol w="2144766">
                  <a:extLst>
                    <a:ext uri="{9D8B030D-6E8A-4147-A177-3AD203B41FA5}">
                      <a16:colId xmlns:a16="http://schemas.microsoft.com/office/drawing/2014/main" val="697390779"/>
                    </a:ext>
                  </a:extLst>
                </a:gridCol>
                <a:gridCol w="2128066">
                  <a:extLst>
                    <a:ext uri="{9D8B030D-6E8A-4147-A177-3AD203B41FA5}">
                      <a16:colId xmlns:a16="http://schemas.microsoft.com/office/drawing/2014/main" val="2152643624"/>
                    </a:ext>
                  </a:extLst>
                </a:gridCol>
              </a:tblGrid>
              <a:tr h="2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Aspect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Run 1</a:t>
                      </a:r>
                      <a:endParaRPr lang="en-GB" sz="1300"/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Run 2</a:t>
                      </a:r>
                      <a:endParaRPr lang="en-GB" sz="1300"/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391763"/>
                  </a:ext>
                </a:extLst>
              </a:tr>
              <a:tr h="47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Query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What are the main limitations of RAG?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What are the main limitations of RAG?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319694"/>
                  </a:ext>
                </a:extLst>
              </a:tr>
              <a:tr h="2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Retrieved documents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Same set of papers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Same set of papers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59071"/>
                  </a:ext>
                </a:extLst>
              </a:tr>
              <a:tr h="2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LLM temperature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Low / fixed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Low / fixed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938636"/>
                  </a:ext>
                </a:extLst>
              </a:tr>
              <a:tr h="161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Generated answer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i="1"/>
                        <a:t>“The main limitations of RAG include retrieval errors, context window constraints, and the propagation of irrelevant documents into generation.”</a:t>
                      </a:r>
                      <a:endParaRPr lang="en-GB" sz="1300"/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i="1"/>
                        <a:t>“RAG systems suffer primarily from hallucination caused by noisy retrieval, inefficient ranking, and misalignment between retrieval and generation.”</a:t>
                      </a:r>
                      <a:endParaRPr lang="en-GB" sz="1300"/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41256"/>
                  </a:ext>
                </a:extLst>
              </a:tr>
              <a:tr h="47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Emphasis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Retrieval errors &amp; context limits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Hallucination &amp; ranking misalignment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83748"/>
                  </a:ext>
                </a:extLst>
              </a:tr>
              <a:tr h="2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Tone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Descriptive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Analytical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795331"/>
                  </a:ext>
                </a:extLst>
              </a:tr>
              <a:tr h="47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Source attribution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Survey + benchmark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Hallucination + ranking studies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852448"/>
                  </a:ext>
                </a:extLst>
              </a:tr>
              <a:tr h="2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Correctness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✔️ Correct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✔️ Correct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195659"/>
                  </a:ext>
                </a:extLst>
              </a:tr>
              <a:tr h="2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Output identical?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❌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❌</a:t>
                      </a:r>
                    </a:p>
                  </a:txBody>
                  <a:tcPr marL="62600" marR="62600" marT="31300" marB="31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01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00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05D0-FEFB-0AAA-0D14-2C800221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effect of different prompts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0F790E-B290-562B-0BB7-8664F0433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742037"/>
              </p:ext>
            </p:extLst>
          </p:nvPr>
        </p:nvGraphicFramePr>
        <p:xfrm>
          <a:off x="838200" y="1537821"/>
          <a:ext cx="10515600" cy="640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119674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215270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6646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Prompt instruction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/>
                        <a:t>“Summarize the main limitations of RAG.”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 dirty="0"/>
                        <a:t>“Critically </a:t>
                      </a:r>
                      <a:r>
                        <a:rPr lang="en-GB" i="1" dirty="0" err="1"/>
                        <a:t>analyze</a:t>
                      </a:r>
                      <a:r>
                        <a:rPr lang="en-GB" i="1" dirty="0"/>
                        <a:t> the main limitations of RAG.”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672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A4A8EC-A2E5-95FB-7148-E82CA7391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992826"/>
              </p:ext>
            </p:extLst>
          </p:nvPr>
        </p:nvGraphicFramePr>
        <p:xfrm>
          <a:off x="838200" y="231604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262832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393387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42781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Generated answer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/>
                        <a:t>“RAG systems are limited by retrieval errors, context window constraints, and dependency on document quality.”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 dirty="0"/>
                        <a:t>“RAG systems fundamentally suffer from misalignment between retrieval and generation, which amplifies hallucination when ranking fails.”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9267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0A949CF-3AE3-6A3C-1688-F4B2FC4DB1E0}"/>
              </a:ext>
            </a:extLst>
          </p:cNvPr>
          <p:cNvSpPr txBox="1"/>
          <p:nvPr/>
        </p:nvSpPr>
        <p:spPr>
          <a:xfrm>
            <a:off x="983226" y="4041509"/>
            <a:ext cx="10370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Rankings, summaries, and judgments are not prompt-invariant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Small wording changes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Shift emphasis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Change conclusions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Alter which evidence is highlighted</a:t>
            </a:r>
          </a:p>
        </p:txBody>
      </p:sp>
    </p:spTree>
    <p:extLst>
      <p:ext uri="{BB962C8B-B14F-4D97-AF65-F5344CB8AC3E}">
        <p14:creationId xmlns:p14="http://schemas.microsoft.com/office/powerpoint/2010/main" val="919142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1219C-B75B-E4EB-83F5-D9A5BEDDA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/>
              <a:t>Non-determinism vs Prompt sensitivity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EE122-C639-54E9-0B78-32BEBDED2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2000"/>
              <a:t>Both break:</a:t>
            </a:r>
          </a:p>
          <a:p>
            <a:pPr lvl="1"/>
            <a:r>
              <a:rPr lang="en-GB" sz="2000"/>
              <a:t>Reproducibility</a:t>
            </a:r>
          </a:p>
          <a:p>
            <a:pPr lvl="1"/>
            <a:r>
              <a:rPr lang="en-GB" sz="2000"/>
              <a:t>Fair benchmarking</a:t>
            </a:r>
          </a:p>
          <a:p>
            <a:pPr lvl="1"/>
            <a:r>
              <a:rPr lang="en-GB" sz="2000"/>
              <a:t>Simple metric-based evaluation</a:t>
            </a:r>
          </a:p>
          <a:p>
            <a:endParaRPr lang="en-GB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1857D9-18C4-C173-4CAC-74658CA2A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874287"/>
              </p:ext>
            </p:extLst>
          </p:nvPr>
        </p:nvGraphicFramePr>
        <p:xfrm>
          <a:off x="5911532" y="3209071"/>
          <a:ext cx="5150278" cy="2264615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2161475">
                  <a:extLst>
                    <a:ext uri="{9D8B030D-6E8A-4147-A177-3AD203B41FA5}">
                      <a16:colId xmlns:a16="http://schemas.microsoft.com/office/drawing/2014/main" val="3004500894"/>
                    </a:ext>
                  </a:extLst>
                </a:gridCol>
                <a:gridCol w="2988803">
                  <a:extLst>
                    <a:ext uri="{9D8B030D-6E8A-4147-A177-3AD203B41FA5}">
                      <a16:colId xmlns:a16="http://schemas.microsoft.com/office/drawing/2014/main" val="1183134492"/>
                    </a:ext>
                  </a:extLst>
                </a:gridCol>
              </a:tblGrid>
              <a:tr h="56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</a:rPr>
                        <a:t>Source of variation</a:t>
                      </a:r>
                    </a:p>
                  </a:txBody>
                  <a:tcPr marL="97253" marR="138933" marT="27787" marB="2084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</a:rPr>
                        <a:t>What changes</a:t>
                      </a:r>
                    </a:p>
                  </a:txBody>
                  <a:tcPr marL="97253" marR="138933" marT="27787" marB="208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9900"/>
                  </a:ext>
                </a:extLst>
              </a:tr>
              <a:tr h="847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</a:rPr>
                        <a:t>Non-determinism</a:t>
                      </a:r>
                    </a:p>
                  </a:txBody>
                  <a:tcPr marL="97253" marR="138933" marT="27787" marB="2084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</a:rPr>
                        <a:t>Sampling / internal randomness</a:t>
                      </a:r>
                    </a:p>
                  </a:txBody>
                  <a:tcPr marL="97253" marR="138933" marT="27787" marB="208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203300"/>
                  </a:ext>
                </a:extLst>
              </a:tr>
              <a:tr h="847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cap="none" spc="0">
                          <a:solidFill>
                            <a:schemeClr val="tx1"/>
                          </a:solidFill>
                        </a:rPr>
                        <a:t>Prompt sensitivity</a:t>
                      </a:r>
                      <a:endParaRPr lang="en-GB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7253" marR="138933" marT="27787" marB="2084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</a:rPr>
                        <a:t>Task framing / instruction</a:t>
                      </a:r>
                    </a:p>
                  </a:txBody>
                  <a:tcPr marL="97253" marR="138933" marT="27787" marB="208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27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92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363FEDB2-D3EA-2478-7940-6457F8CE50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220" b="14510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66547-6021-ECF0-DF1F-60A483F3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User-Facing Outputs vs Classical IR Metrics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C195B-204D-5D96-A36A-912AA760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A Business project assistant put a user query: </a:t>
            </a:r>
            <a:r>
              <a:rPr lang="en-GB" i="1">
                <a:solidFill>
                  <a:srgbClr val="FFFFFF"/>
                </a:solidFill>
              </a:rPr>
              <a:t>“How do I request reimbursement for business travel?”</a:t>
            </a:r>
          </a:p>
          <a:p>
            <a:r>
              <a:rPr lang="en-GB" b="1">
                <a:solidFill>
                  <a:srgbClr val="FFFFFF"/>
                </a:solidFill>
              </a:rPr>
              <a:t>Classical IR Evaluation (Looks Good)</a:t>
            </a:r>
          </a:p>
          <a:p>
            <a:pPr lvl="1"/>
            <a:r>
              <a:rPr lang="en-GB" b="1">
                <a:solidFill>
                  <a:srgbClr val="FFFFFF"/>
                </a:solidFill>
              </a:rPr>
              <a:t>Retrieved documents:</a:t>
            </a:r>
            <a:endParaRPr lang="en-GB">
              <a:solidFill>
                <a:srgbClr val="FFFFFF"/>
              </a:solidFill>
            </a:endParaRPr>
          </a:p>
          <a:p>
            <a:pPr lvl="2"/>
            <a:r>
              <a:rPr lang="en-GB">
                <a:solidFill>
                  <a:srgbClr val="FFFFFF"/>
                </a:solidFill>
              </a:rPr>
              <a:t>Company Expense Policy PDF (30 pages)</a:t>
            </a:r>
          </a:p>
          <a:p>
            <a:pPr lvl="2"/>
            <a:r>
              <a:rPr lang="en-GB">
                <a:solidFill>
                  <a:srgbClr val="FFFFFF"/>
                </a:solidFill>
              </a:rPr>
              <a:t>Company Finance Procedures Manual</a:t>
            </a:r>
          </a:p>
          <a:p>
            <a:pPr lvl="2"/>
            <a:r>
              <a:rPr lang="en-GB">
                <a:solidFill>
                  <a:srgbClr val="FFFFFF"/>
                </a:solidFill>
              </a:rPr>
              <a:t>Travel Policy Addendum</a:t>
            </a:r>
          </a:p>
          <a:p>
            <a:pPr lvl="1"/>
            <a:r>
              <a:rPr lang="en-GB" b="1">
                <a:solidFill>
                  <a:srgbClr val="FFFFFF"/>
                </a:solidFill>
              </a:rPr>
              <a:t>Metrics:</a:t>
            </a:r>
            <a:endParaRPr lang="en-GB">
              <a:solidFill>
                <a:srgbClr val="FFFFFF"/>
              </a:solidFill>
            </a:endParaRPr>
          </a:p>
          <a:p>
            <a:pPr lvl="2"/>
            <a:r>
              <a:rPr lang="en-GB">
                <a:solidFill>
                  <a:srgbClr val="FFFFFF"/>
                </a:solidFill>
              </a:rPr>
              <a:t>Recall@5 = 1.0</a:t>
            </a:r>
          </a:p>
          <a:p>
            <a:pPr lvl="2"/>
            <a:r>
              <a:rPr lang="en-GB">
                <a:solidFill>
                  <a:srgbClr val="FFFFFF"/>
                </a:solidFill>
              </a:rPr>
              <a:t>nDCG@10 = high</a:t>
            </a:r>
          </a:p>
          <a:p>
            <a:r>
              <a:rPr lang="en-GB">
                <a:solidFill>
                  <a:srgbClr val="FFFFFF"/>
                </a:solidFill>
              </a:rPr>
              <a:t>✔️ From an IR perspective: </a:t>
            </a:r>
            <a:r>
              <a:rPr lang="en-GB" b="1">
                <a:solidFill>
                  <a:srgbClr val="FFFFFF"/>
                </a:solidFill>
              </a:rPr>
              <a:t>excellent retrieval</a:t>
            </a:r>
            <a:endParaRPr lang="en-GB">
              <a:solidFill>
                <a:srgbClr val="FFFFFF"/>
              </a:solidFill>
            </a:endParaRPr>
          </a:p>
          <a:p>
            <a:endParaRPr lang="en-GB">
              <a:solidFill>
                <a:srgbClr val="FFFFFF"/>
              </a:solidFill>
            </a:endParaRPr>
          </a:p>
          <a:p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233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D180A-C3B1-E6F4-FFBC-FEF26CB8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200"/>
              <a:t>User-Facing Outputs vs Classical IR Metrics 2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EF9A-EA50-7FB4-252D-D4B0D7C4A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In LLM-based IR, the evaluated object is the user-facing answer, not the ranked list</a:t>
            </a:r>
            <a:r>
              <a:rPr lang="en-GB" sz="2200" b="1"/>
              <a:t>:</a:t>
            </a:r>
            <a:endParaRPr lang="en-GB" sz="2200"/>
          </a:p>
          <a:p>
            <a:pPr lvl="1"/>
            <a:r>
              <a:rPr lang="en-GB" sz="2200" i="1"/>
              <a:t>“Reimbursement depends on compliance with corporate expense policies and requires appropriate documentation and approval.”</a:t>
            </a:r>
            <a:endParaRPr lang="en-GB" sz="2200"/>
          </a:p>
          <a:p>
            <a:r>
              <a:rPr lang="en-GB" sz="2200"/>
              <a:t>❌ Problems:</a:t>
            </a:r>
          </a:p>
          <a:p>
            <a:pPr lvl="1"/>
            <a:r>
              <a:rPr lang="en-GB" sz="2200"/>
              <a:t>Vague</a:t>
            </a:r>
          </a:p>
          <a:p>
            <a:pPr lvl="1"/>
            <a:r>
              <a:rPr lang="en-GB" sz="2200"/>
              <a:t>No steps</a:t>
            </a:r>
          </a:p>
          <a:p>
            <a:pPr lvl="1"/>
            <a:r>
              <a:rPr lang="en-GB" sz="2200"/>
              <a:t>No forms</a:t>
            </a:r>
          </a:p>
          <a:p>
            <a:pPr lvl="1"/>
            <a:r>
              <a:rPr lang="en-GB" sz="2200"/>
              <a:t>No timeline</a:t>
            </a:r>
          </a:p>
          <a:p>
            <a:r>
              <a:rPr lang="en-GB" sz="2200"/>
              <a:t>You would expect LLMs provide you step by step instructions! </a:t>
            </a:r>
          </a:p>
        </p:txBody>
      </p:sp>
    </p:spTree>
    <p:extLst>
      <p:ext uri="{BB962C8B-B14F-4D97-AF65-F5344CB8AC3E}">
        <p14:creationId xmlns:p14="http://schemas.microsoft.com/office/powerpoint/2010/main" val="2498805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B93BD-DF6E-1E5D-D4FC-23C45ABAF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Why End-to-End Evaluation Matters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71491A-5CF4-602C-C2C3-A45D4EB22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13536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8628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DCEAF-43DB-A70D-D3EB-BBCA3730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4600"/>
              <a:t>Hallucination despite evidence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6E2F20-9CE9-CA9A-FF6E-F514277EB8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25117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0206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23531-6E86-D6DC-37AB-B9C347C8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4600"/>
              <a:t>Hallucination example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50A1CE-FD9B-4709-47B8-E4C59611F8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8626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0903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8DDA2-785D-FF7D-8FB0-2D98705A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C8AE1-DBC2-F29F-9FCF-37590E48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000"/>
              <a:t>Hallucination example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2313-2ABF-49B0-13DB-08A9C6859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b="1" dirty="0"/>
              <a:t>Step 2  What the LLM </a:t>
            </a:r>
            <a:r>
              <a:rPr lang="en-GB" sz="2200" b="1" i="1" dirty="0"/>
              <a:t>Sees</a:t>
            </a:r>
            <a:r>
              <a:rPr lang="en-GB" sz="2200" b="1" dirty="0"/>
              <a:t> in Context</a:t>
            </a:r>
          </a:p>
          <a:p>
            <a:r>
              <a:rPr lang="en-GB" sz="2200" dirty="0"/>
              <a:t>The context window contains:</a:t>
            </a:r>
          </a:p>
          <a:p>
            <a:r>
              <a:rPr lang="en-GB" sz="2200" dirty="0"/>
              <a:t>Multiple mentions of:</a:t>
            </a:r>
          </a:p>
          <a:p>
            <a:pPr lvl="1"/>
            <a:r>
              <a:rPr lang="en-GB" sz="2200" i="1" dirty="0"/>
              <a:t>“Vitamin C”</a:t>
            </a:r>
          </a:p>
          <a:p>
            <a:pPr lvl="1"/>
            <a:r>
              <a:rPr lang="en-GB" sz="2200" i="1" dirty="0"/>
              <a:t>“immune function”</a:t>
            </a:r>
          </a:p>
          <a:p>
            <a:pPr lvl="1"/>
            <a:r>
              <a:rPr lang="en-GB" sz="2200" i="1" dirty="0"/>
              <a:t>“reduced duration”</a:t>
            </a:r>
          </a:p>
          <a:p>
            <a:r>
              <a:rPr lang="en-GB" sz="2200" dirty="0"/>
              <a:t>Long, nuanced scientific language</a:t>
            </a:r>
          </a:p>
          <a:p>
            <a:r>
              <a:rPr lang="en-GB" sz="2200" dirty="0"/>
              <a:t>Hedged statements (“does not significantly reduce…”)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854186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34B03-9887-622F-407F-AC1DDF37C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EF5F4-A3F3-5E87-C54D-3D5FAE9A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000"/>
              <a:t>Hallucination example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C186B-9498-07A6-42EF-D0E9A1785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b="1" dirty="0"/>
              <a:t>Step 3 Generated Answer (Hallucination)</a:t>
            </a:r>
          </a:p>
          <a:p>
            <a:r>
              <a:rPr lang="en-GB" sz="2200" b="1" dirty="0"/>
              <a:t>LLM output: </a:t>
            </a:r>
            <a:r>
              <a:rPr lang="en-GB" sz="2200" i="1" dirty="0"/>
              <a:t>“Vitamin C has been shown to boost immune function and may help prevent the common cold, particularly when taken regularly.”</a:t>
            </a:r>
            <a:endParaRPr lang="en-GB" sz="2200" dirty="0"/>
          </a:p>
          <a:p>
            <a:pPr lvl="1"/>
            <a:r>
              <a:rPr lang="en-GB" sz="2200" dirty="0"/>
              <a:t>❌ This is </a:t>
            </a:r>
            <a:r>
              <a:rPr lang="en-GB" sz="2200" b="1" dirty="0"/>
              <a:t>incorrect</a:t>
            </a:r>
            <a:br>
              <a:rPr lang="en-GB" sz="2200" dirty="0"/>
            </a:br>
            <a:r>
              <a:rPr lang="en-GB" sz="2200" dirty="0"/>
              <a:t>❌ It contradicts the retrieved evidence</a:t>
            </a:r>
          </a:p>
          <a:p>
            <a:r>
              <a:rPr lang="en-GB" sz="2200" b="1" dirty="0"/>
              <a:t>Acceptable Faithful result might be: </a:t>
            </a:r>
            <a:r>
              <a:rPr lang="en-GB" sz="2200" i="1" dirty="0"/>
              <a:t>“Based on multiple systematic reviews, vitamin C does not prevent the common cold in the general population, although it may slightly reduce symptom duration.”</a:t>
            </a:r>
            <a:endParaRPr lang="en-GB" sz="2200" dirty="0"/>
          </a:p>
          <a:p>
            <a:pPr lvl="1"/>
            <a:r>
              <a:rPr lang="en-GB" sz="2200" dirty="0"/>
              <a:t>✔️ Grounded</a:t>
            </a:r>
            <a:br>
              <a:rPr lang="en-GB" sz="2200" dirty="0"/>
            </a:br>
            <a:r>
              <a:rPr lang="en-GB" sz="2200" dirty="0"/>
              <a:t>✔️ Faithful</a:t>
            </a:r>
            <a:br>
              <a:rPr lang="en-GB" sz="2200" dirty="0"/>
            </a:br>
            <a:r>
              <a:rPr lang="en-GB" sz="2200" dirty="0"/>
              <a:t>✔️ Evidence-aligned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693971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E4980-E1A0-843F-3B6D-0B61CBFD2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4600"/>
              <a:t>Faithfulness, Grounding, and Attribution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1D817F-D199-E6D2-F079-8907666C4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03350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5281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B5329-8F6C-22D7-F873-9597F437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000"/>
              <a:t>Faithfulness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EA1E035-1AB3-BB84-B1D0-6CFC334C66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24547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456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ADAFC-5166-9754-6416-ABCACBB30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000"/>
              <a:t>Faithfulness example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C158D2-49D9-64B5-4BF7-25802D8D9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33023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4980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C8454-82E5-4FB4-99BA-94297743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/>
              <a:t>Grounding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1A789-AAB4-1FE6-2DA4-11127A83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b="1" i="1"/>
              <a:t>Are the claims in the answer traceable to specific evidence?</a:t>
            </a:r>
            <a:endParaRPr lang="en-GB" sz="2200" b="1"/>
          </a:p>
          <a:p>
            <a:r>
              <a:rPr lang="en-GB" sz="2200" b="1"/>
              <a:t>Grounding</a:t>
            </a:r>
            <a:r>
              <a:rPr lang="en-GB" sz="2200"/>
              <a:t> measures whether each claim in the answer can be </a:t>
            </a:r>
            <a:r>
              <a:rPr lang="en-GB" sz="2200" i="1"/>
              <a:t>linked to concrete content in the retrieved documents</a:t>
            </a:r>
            <a:r>
              <a:rPr lang="en-GB" sz="2200"/>
              <a:t>.</a:t>
            </a:r>
          </a:p>
          <a:p>
            <a:r>
              <a:rPr lang="en-GB" sz="2200"/>
              <a:t>Grounding is about </a:t>
            </a:r>
            <a:r>
              <a:rPr lang="en-GB" sz="2200" b="1"/>
              <a:t>traceability</a:t>
            </a:r>
            <a:r>
              <a:rPr lang="en-GB" sz="2200"/>
              <a:t>, not citation format.</a:t>
            </a:r>
          </a:p>
          <a:p>
            <a:pPr lvl="1"/>
            <a:r>
              <a:rPr lang="en-GB" sz="2200"/>
              <a:t>Can we point to where in the documents each claim comes from?</a:t>
            </a:r>
          </a:p>
          <a:p>
            <a:pPr lvl="1"/>
            <a:r>
              <a:rPr lang="en-GB" sz="2200"/>
              <a:t>Are claims supported by identifiable passages?</a:t>
            </a:r>
          </a:p>
          <a:p>
            <a:pPr lvl="1"/>
            <a:r>
              <a:rPr lang="en-GB" sz="2200"/>
              <a:t>Or are they vague, implicit, or inferred?</a:t>
            </a:r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574508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9F43BB-4A53-EA35-C228-BC3D8E50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/>
              <a:t>G</a:t>
            </a:r>
            <a:r>
              <a:rPr lang="en-US" altLang="zh-CN" sz="5400"/>
              <a:t>rounding: an example </a:t>
            </a: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ADF4-9503-10E3-A93E-C1DCD89E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b="1"/>
              <a:t>Generated answer: </a:t>
            </a:r>
            <a:r>
              <a:rPr lang="en-GB" sz="2200" i="1"/>
              <a:t>“Vitamin C slightly reduces symptom duration in some populations.”</a:t>
            </a:r>
            <a:endParaRPr lang="en-GB" sz="2200"/>
          </a:p>
          <a:p>
            <a:r>
              <a:rPr lang="en-GB" sz="2200"/>
              <a:t>This claim </a:t>
            </a:r>
            <a:r>
              <a:rPr lang="en-GB" sz="2200" b="1"/>
              <a:t>may be true</a:t>
            </a:r>
            <a:r>
              <a:rPr lang="en-GB" sz="2200"/>
              <a:t>, but:</a:t>
            </a:r>
          </a:p>
          <a:p>
            <a:r>
              <a:rPr lang="en-GB" sz="2200"/>
              <a:t>The retrieved documents:</a:t>
            </a:r>
          </a:p>
          <a:p>
            <a:pPr lvl="1"/>
            <a:r>
              <a:rPr lang="en-GB" sz="2200"/>
              <a:t>Mention prevention only</a:t>
            </a:r>
          </a:p>
          <a:p>
            <a:pPr lvl="1"/>
            <a:r>
              <a:rPr lang="en-GB" sz="2200"/>
              <a:t>Do not discuss symptom duration</a:t>
            </a:r>
          </a:p>
          <a:p>
            <a:r>
              <a:rPr lang="en-GB" sz="2200"/>
              <a:t>⚠️ </a:t>
            </a:r>
            <a:r>
              <a:rPr lang="en-GB" sz="2200" b="1"/>
              <a:t>Weak grounding</a:t>
            </a:r>
            <a:endParaRPr lang="en-GB" sz="2200"/>
          </a:p>
          <a:p>
            <a:r>
              <a:rPr lang="en-GB" sz="2200"/>
              <a:t>The claim is not traceable to retrieved evidence</a:t>
            </a:r>
          </a:p>
          <a:p>
            <a:r>
              <a:rPr lang="en-GB" sz="2200"/>
              <a:t>The answer partially “floats free” of the context</a:t>
            </a:r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3387766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E720F-93CB-DEA4-05EE-1AECC3994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/>
              <a:t>What is a strong grounding answer like?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683B7-C6FC-8E84-9AC8-6F727CE53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/>
              <a:t>✅ Strong Grounding: What It Should Look Like</a:t>
            </a:r>
          </a:p>
          <a:p>
            <a:r>
              <a:rPr lang="en-GB" sz="2000" b="1"/>
              <a:t>Strongly Grounded Answer 1 </a:t>
            </a:r>
            <a:r>
              <a:rPr lang="en-GB" sz="2000" i="1"/>
              <a:t>“Based on the retrieved studies, vitamin C does not prevent the common cold in the general population.”</a:t>
            </a:r>
            <a:endParaRPr lang="en-GB" sz="2000"/>
          </a:p>
          <a:p>
            <a:pPr lvl="1"/>
            <a:r>
              <a:rPr lang="en-GB" sz="2000"/>
              <a:t>Every claim is </a:t>
            </a:r>
            <a:r>
              <a:rPr lang="en-GB" sz="2000" b="1"/>
              <a:t>directly supported</a:t>
            </a:r>
            <a:endParaRPr lang="en-GB" sz="2000"/>
          </a:p>
          <a:p>
            <a:pPr lvl="1"/>
            <a:r>
              <a:rPr lang="en-GB" sz="2000"/>
              <a:t>No additional facts are introduced</a:t>
            </a:r>
          </a:p>
          <a:p>
            <a:pPr lvl="1"/>
            <a:r>
              <a:rPr lang="en-GB" sz="2000"/>
              <a:t>The answer stays </a:t>
            </a:r>
            <a:r>
              <a:rPr lang="en-GB" sz="2000" b="1"/>
              <a:t>within the evidence boundary</a:t>
            </a:r>
          </a:p>
          <a:p>
            <a:pPr marL="228600" lvl="1">
              <a:spcBef>
                <a:spcPts val="1000"/>
              </a:spcBef>
            </a:pPr>
            <a:r>
              <a:rPr lang="en-GB" sz="2000" b="1"/>
              <a:t>Strongly Grounded Answer 2 </a:t>
            </a:r>
            <a:r>
              <a:rPr lang="en-GB" sz="2000" i="1"/>
              <a:t>“The retrieved reviews report that vitamin C does not reduce the incidence of the common cold in the general population. The documents do not provide evidence about symptom duration.”</a:t>
            </a:r>
          </a:p>
          <a:p>
            <a:pPr lvl="1"/>
            <a:r>
              <a:rPr lang="en-GB" sz="2000"/>
              <a:t>Claims are traceable</a:t>
            </a:r>
          </a:p>
          <a:p>
            <a:pPr lvl="1"/>
            <a:r>
              <a:rPr lang="en-GB" sz="2000"/>
              <a:t>Absence of evidence is explicitly acknowledged</a:t>
            </a:r>
          </a:p>
          <a:p>
            <a:pPr lvl="1"/>
            <a:r>
              <a:rPr lang="en-GB" sz="2000"/>
              <a:t>does not speculate</a:t>
            </a:r>
          </a:p>
          <a:p>
            <a:pPr marL="228600" lvl="1">
              <a:spcBef>
                <a:spcPts val="1000"/>
              </a:spcBef>
            </a:pPr>
            <a:endParaRPr lang="en-GB" sz="2000" b="1"/>
          </a:p>
          <a:p>
            <a:pPr lvl="1"/>
            <a:endParaRPr lang="en-GB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770830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A537B-C871-D857-988F-81CAB555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Attribution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F7FEBC-3427-E4BE-29CC-9284C5E556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61383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8022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5E62-227F-F1FC-5563-43FBF6E4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Attribution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4C22C-1052-33D2-B185-E0813E019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825625"/>
            <a:ext cx="10515600" cy="1910633"/>
          </a:xfrm>
        </p:spPr>
        <p:txBody>
          <a:bodyPr/>
          <a:lstStyle/>
          <a:p>
            <a:r>
              <a:rPr lang="en-GB" b="1" dirty="0"/>
              <a:t>Query:</a:t>
            </a:r>
            <a:endParaRPr lang="en-GB" dirty="0"/>
          </a:p>
          <a:p>
            <a:r>
              <a:rPr lang="en-GB" i="1" dirty="0"/>
              <a:t>“Does vitamin C prevent the common cold?”</a:t>
            </a:r>
            <a:endParaRPr lang="en-GB" dirty="0"/>
          </a:p>
          <a:p>
            <a:r>
              <a:rPr lang="en-GB" b="1" dirty="0"/>
              <a:t>Retrieved documents: </a:t>
            </a:r>
            <a:r>
              <a:rPr lang="en-GB" dirty="0"/>
              <a:t>Cochrane Review (2013) BMJ Meta-analysis and</a:t>
            </a:r>
            <a:r>
              <a:rPr lang="zh-CN" altLang="en-US" dirty="0"/>
              <a:t> </a:t>
            </a:r>
            <a:r>
              <a:rPr lang="en-GB" dirty="0"/>
              <a:t>WHO Summary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C1FBFA-253C-F5B1-36BD-CF34E0A08540}"/>
              </a:ext>
            </a:extLst>
          </p:cNvPr>
          <p:cNvSpPr txBox="1">
            <a:spLocks/>
          </p:cNvSpPr>
          <p:nvPr/>
        </p:nvSpPr>
        <p:spPr>
          <a:xfrm>
            <a:off x="570270" y="3871195"/>
            <a:ext cx="4719485" cy="20313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300" b="1" dirty="0"/>
              <a:t>Version 1 — Weak Attribution</a:t>
            </a:r>
          </a:p>
          <a:p>
            <a:pPr marL="0" indent="0">
              <a:buNone/>
            </a:pPr>
            <a:r>
              <a:rPr lang="en-GB" sz="2600" i="1" dirty="0"/>
              <a:t>“Studies show that vitamin C does not prevent the common cold in the general population.”</a:t>
            </a:r>
          </a:p>
          <a:p>
            <a:pPr marL="0" indent="0">
              <a:buNone/>
            </a:pPr>
            <a:r>
              <a:rPr lang="en-GB" sz="2600" i="1" dirty="0"/>
              <a:t>✔️ Faithful✔️ Grounded❌ No attribution</a:t>
            </a:r>
          </a:p>
          <a:p>
            <a:pPr marL="0" indent="0">
              <a:buNone/>
            </a:pPr>
            <a:endParaRPr lang="en-GB" sz="2600" i="1" dirty="0"/>
          </a:p>
          <a:p>
            <a:pPr marL="0" indent="0">
              <a:buNone/>
            </a:pPr>
            <a:endParaRPr lang="en-GB" sz="3300" dirty="0"/>
          </a:p>
          <a:p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5DCF2-E22B-67F1-2D4F-823B5760DF35}"/>
              </a:ext>
            </a:extLst>
          </p:cNvPr>
          <p:cNvSpPr txBox="1"/>
          <p:nvPr/>
        </p:nvSpPr>
        <p:spPr>
          <a:xfrm>
            <a:off x="5781368" y="376745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Version 2 — Fine-grained attribution </a:t>
            </a:r>
          </a:p>
          <a:p>
            <a:r>
              <a:rPr lang="en-GB" i="1" dirty="0"/>
              <a:t>“A Cochrane Review (2013) reports that vitamin C does not reduce the incidence of the common cold in the general population. This conclusion is supported by a BMJ meta-analysis.”</a:t>
            </a:r>
            <a:endParaRPr lang="en-GB" dirty="0"/>
          </a:p>
          <a:p>
            <a:r>
              <a:rPr lang="en-GB" dirty="0"/>
              <a:t>✔️ Each claim has a source</a:t>
            </a:r>
            <a:br>
              <a:rPr lang="en-GB" dirty="0"/>
            </a:br>
            <a:r>
              <a:rPr lang="en-GB" dirty="0"/>
              <a:t>✔️ Supports auditing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141846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8E537-F20B-4E36-09ED-FDC31F89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How to quantify </a:t>
            </a:r>
            <a:r>
              <a:rPr lang="en-US" sz="4100">
                <a:solidFill>
                  <a:srgbClr val="FFFFFF"/>
                </a:solidFill>
              </a:rPr>
              <a:t>Groundness?</a:t>
            </a:r>
            <a:endParaRPr lang="en-GB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D5A164-D46A-7862-8FBF-7C790881F9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</p:spPr>
            <p:txBody>
              <a:bodyPr anchor="ctr">
                <a:normAutofit/>
              </a:bodyPr>
              <a:lstStyle/>
              <a:p>
                <a:r>
                  <a:rPr lang="en-GB" sz="1300" b="1"/>
                  <a:t>Method: </a:t>
                </a:r>
                <a:r>
                  <a:rPr lang="en-GB" sz="1300"/>
                  <a:t>Treat faithfulness as a </a:t>
                </a:r>
                <a:r>
                  <a:rPr lang="en-GB" sz="1300" b="1"/>
                  <a:t>Natural Language Inference (NLI)</a:t>
                </a:r>
                <a:r>
                  <a:rPr lang="en-GB" sz="1300"/>
                  <a:t> problem.</a:t>
                </a:r>
              </a:p>
              <a:p>
                <a:r>
                  <a:rPr lang="en-GB" sz="1300"/>
                  <a:t>For each answer sentence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300"/>
                  <a:t>and retrieved document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1300"/>
                  <a:t>:</a:t>
                </a:r>
              </a:p>
              <a:p>
                <a:pPr marL="0" indent="0">
                  <a:buNone/>
                </a:pPr>
                <a:endParaRPr lang="en-GB" sz="1300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300" b="0"/>
                        <m:t>Faithfulness</m:t>
                      </m:r>
                      <m:d>
                        <m:dPr>
                          <m:ctrlPr>
                            <a:rPr lang="ar-AE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3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13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sz="13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GB" sz="1300" i="1"/>
                                  <m:t> </m:t>
                                </m:r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1300"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  <m:sSub>
                                  <m:sSubPr>
                                    <m:ctrlPr>
                                      <a:rPr lang="ar-AE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3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13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13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sz="1300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300" b="0"/>
              </a:p>
              <a:p>
                <a:pPr marL="0" indent="0">
                  <a:buNone/>
                </a:pPr>
                <a:r>
                  <a:rPr lang="en-GB" sz="1300"/>
                  <a:t>    Then aggregate:</a:t>
                </a:r>
              </a:p>
              <a:p>
                <a:pPr lvl="1"/>
                <a:r>
                  <a:rPr lang="en-GB" sz="1300"/>
                  <a:t>Mean faithfulness</a:t>
                </a:r>
              </a:p>
              <a:p>
                <a:pPr lvl="1"/>
                <a:r>
                  <a:rPr lang="en-GB" sz="1300"/>
                  <a:t>% entailed vs contradicted</a:t>
                </a:r>
              </a:p>
              <a:p>
                <a:r>
                  <a:rPr lang="en-GB" sz="1300" b="1"/>
                  <a:t>Models used for entail judgement : </a:t>
                </a:r>
                <a:r>
                  <a:rPr lang="en-GB" sz="1300" err="1"/>
                  <a:t>RoBERTa</a:t>
                </a:r>
                <a:r>
                  <a:rPr lang="en-GB" sz="1300"/>
                  <a:t>-MNLI, </a:t>
                </a:r>
                <a:r>
                  <a:rPr lang="en-GB" sz="1300" err="1"/>
                  <a:t>DeBERTa</a:t>
                </a:r>
                <a:r>
                  <a:rPr lang="en-GB" sz="1300"/>
                  <a:t>-NLI</a:t>
                </a:r>
              </a:p>
              <a:p>
                <a:r>
                  <a:rPr lang="en-GB" sz="1300" b="1"/>
                  <a:t>Pros / Cons</a:t>
                </a:r>
              </a:p>
              <a:p>
                <a:r>
                  <a:rPr lang="en-GB" sz="1300"/>
                  <a:t>✅ Interpretable</a:t>
                </a:r>
                <a:br>
                  <a:rPr lang="en-GB" sz="1300"/>
                </a:br>
                <a:r>
                  <a:rPr lang="en-GB" sz="1300"/>
                  <a:t>❌ Sensitive to paraphrasing</a:t>
                </a:r>
                <a:br>
                  <a:rPr lang="en-GB" sz="1300"/>
                </a:br>
                <a:r>
                  <a:rPr lang="en-GB" sz="1300"/>
                  <a:t>❌ Brittle with long contexts</a:t>
                </a:r>
              </a:p>
              <a:p>
                <a:endParaRPr lang="en-GB" sz="13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D5A164-D46A-7862-8FBF-7C790881F9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  <a:blipFill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176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0FAD6-219A-36F8-5298-15AFF946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300" dirty="0"/>
              <a:t>Automated RAG Evaluation Frameworks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7585-61F6-3EC7-2118-2A962E93F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905" y="2147647"/>
            <a:ext cx="4282984" cy="3511943"/>
          </a:xfrm>
        </p:spPr>
        <p:txBody>
          <a:bodyPr anchor="ctr">
            <a:normAutofit fontScale="85000" lnSpcReduction="20000"/>
          </a:bodyPr>
          <a:lstStyle/>
          <a:p>
            <a:r>
              <a:rPr lang="en-GB" sz="1800" dirty="0"/>
              <a:t>Introduce RAGAS (Retrieval-Augmented Generation Assessment)</a:t>
            </a:r>
          </a:p>
          <a:p>
            <a:r>
              <a:rPr lang="en-GB" sz="1800" b="1" dirty="0"/>
              <a:t>Inputs:</a:t>
            </a:r>
          </a:p>
          <a:p>
            <a:pPr lvl="1"/>
            <a:r>
              <a:rPr lang="en-GB" sz="1800" dirty="0"/>
              <a:t>User query</a:t>
            </a:r>
          </a:p>
          <a:p>
            <a:pPr lvl="1"/>
            <a:r>
              <a:rPr lang="en-GB" sz="1800" dirty="0"/>
              <a:t>Retrieved contexts (chunks)</a:t>
            </a:r>
          </a:p>
          <a:p>
            <a:pPr lvl="1"/>
            <a:r>
              <a:rPr lang="en-GB" sz="1800" dirty="0"/>
              <a:t>Generated answer</a:t>
            </a:r>
          </a:p>
          <a:p>
            <a:r>
              <a:rPr lang="en-GB" sz="1800" b="1" dirty="0"/>
              <a:t>Outputs:</a:t>
            </a:r>
          </a:p>
          <a:p>
            <a:pPr lvl="1"/>
            <a:r>
              <a:rPr lang="en-GB" sz="1800" dirty="0"/>
              <a:t>Multiple scalar scores (0–1)</a:t>
            </a:r>
          </a:p>
          <a:p>
            <a:r>
              <a:rPr lang="en-GB" sz="1800" dirty="0"/>
              <a:t>Each score targets a </a:t>
            </a:r>
            <a:r>
              <a:rPr lang="en-GB" sz="1800" b="1" dirty="0"/>
              <a:t>different failure mode</a:t>
            </a:r>
            <a:r>
              <a:rPr lang="en-GB" sz="1800" dirty="0"/>
              <a:t>.</a:t>
            </a:r>
          </a:p>
          <a:p>
            <a:r>
              <a:rPr lang="en-GB" sz="1800" dirty="0"/>
              <a:t>Original paper: Es, S., James, J., Anke, L. E., &amp; </a:t>
            </a:r>
            <a:r>
              <a:rPr lang="en-GB" sz="1800" dirty="0" err="1"/>
              <a:t>Schockaert</a:t>
            </a:r>
            <a:r>
              <a:rPr lang="en-GB" sz="1800" dirty="0"/>
              <a:t>, S. (2024, March). Ragas: Automated evaluation of retrieval augmented generation. In </a:t>
            </a:r>
            <a:r>
              <a:rPr lang="en-GB" sz="1800" i="1" dirty="0"/>
              <a:t>Proceedings of the 18th Conference of the European Chapter of the Association for Computational Linguistics: System Demonstrations</a:t>
            </a:r>
            <a:r>
              <a:rPr lang="en-GB" sz="1800" dirty="0"/>
              <a:t> (pp. 150-158).</a:t>
            </a:r>
          </a:p>
          <a:p>
            <a:endParaRPr lang="en-GB" sz="1800" dirty="0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D40BD19-2704-01F7-C9EF-15678206C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652300"/>
            <a:ext cx="5628018" cy="332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87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2D680FFE-8983-5386-6B7A-F9CF2B8993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538764"/>
            <a:ext cx="4824998" cy="45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B817B4B8-5E01-4B44-BC25-876D56C12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>
            <a:extLst>
              <a:ext uri="{FF2B5EF4-FFF2-40B4-BE49-F238E27FC236}">
                <a16:creationId xmlns:a16="http://schemas.microsoft.com/office/drawing/2014/main" id="{1C3C5EC4-3D72-D11B-4C47-16B3ACC6C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3536" y="1472275"/>
            <a:ext cx="4824995" cy="56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D683D1A4-93E5-4A4D-B103-8223A220E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Straight Connector 5132">
            <a:extLst>
              <a:ext uri="{FF2B5EF4-FFF2-40B4-BE49-F238E27FC236}">
                <a16:creationId xmlns:a16="http://schemas.microsoft.com/office/drawing/2014/main" id="{B0E8ABF4-C289-489E-BEFB-3077F9D9C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5" name="Straight Connector 5134">
            <a:extLst>
              <a:ext uri="{FF2B5EF4-FFF2-40B4-BE49-F238E27FC236}">
                <a16:creationId xmlns:a16="http://schemas.microsoft.com/office/drawing/2014/main" id="{7989CFA0-35DD-4943-B365-488C66B9B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3609790" y="3197412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7" name="Straight Connector 5136">
            <a:extLst>
              <a:ext uri="{FF2B5EF4-FFF2-40B4-BE49-F238E27FC236}">
                <a16:creationId xmlns:a16="http://schemas.microsoft.com/office/drawing/2014/main" id="{688AD040-1A2B-4FB4-A345-7B9F3E5ED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994133"/>
            <a:ext cx="3602736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9" name="Straight Connector 5138">
            <a:extLst>
              <a:ext uri="{FF2B5EF4-FFF2-40B4-BE49-F238E27FC236}">
                <a16:creationId xmlns:a16="http://schemas.microsoft.com/office/drawing/2014/main" id="{823B704A-724B-41D6-8F33-76939E72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C3AB90-E5D3-265D-BC5A-3FF99A8AE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4869809"/>
            <a:ext cx="2634207" cy="839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95CAD-671D-15DB-8840-57969CEE8D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330" y="4429920"/>
            <a:ext cx="4173070" cy="907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598019-FA75-3A7A-02EF-3AC0F8DB4C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064" y="4970598"/>
            <a:ext cx="2674468" cy="59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54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E9476-0772-AF4A-832F-C0C1274A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Enterprise Search &amp; 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A42C2-5426-F5A9-9E78-D620F2AE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Examples:</a:t>
            </a:r>
          </a:p>
          <a:p>
            <a:pPr lvl="1"/>
            <a:r>
              <a:rPr lang="en-US" sz="2000"/>
              <a:t>Internal document QA</a:t>
            </a:r>
          </a:p>
          <a:p>
            <a:pPr lvl="1"/>
            <a:r>
              <a:rPr lang="en-US" sz="2000"/>
              <a:t>Policy / legal search</a:t>
            </a:r>
          </a:p>
          <a:p>
            <a:pPr lvl="1"/>
            <a:r>
              <a:rPr lang="en-US" sz="2000"/>
              <a:t>Technical support systems</a:t>
            </a:r>
          </a:p>
          <a:p>
            <a:r>
              <a:rPr lang="en-US" sz="2000"/>
              <a:t>Why LLM-IR works well here:</a:t>
            </a:r>
          </a:p>
          <a:p>
            <a:pPr lvl="1"/>
            <a:r>
              <a:rPr lang="en-US" sz="2000"/>
              <a:t>Closed corpus</a:t>
            </a:r>
          </a:p>
          <a:p>
            <a:pPr lvl="1"/>
            <a:r>
              <a:rPr lang="en-US" sz="2000"/>
              <a:t>Clear intent</a:t>
            </a:r>
          </a:p>
          <a:p>
            <a:pPr lvl="1"/>
            <a:r>
              <a:rPr lang="en-US" sz="2000"/>
              <a:t>High cost of wrong answers</a:t>
            </a:r>
          </a:p>
          <a:p>
            <a:endParaRPr lang="en-US" sz="2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20BC7DE-CD9F-C14E-989D-9C1459F8A2FF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User (employee) query: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“Can I work remotely from another country for more than 30 days?”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organization has: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HR policies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Legal compliance documents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Country-specific tax rules</a:t>
            </a:r>
          </a:p>
        </p:txBody>
      </p:sp>
    </p:spTree>
    <p:extLst>
      <p:ext uri="{BB962C8B-B14F-4D97-AF65-F5344CB8AC3E}">
        <p14:creationId xmlns:p14="http://schemas.microsoft.com/office/powerpoint/2010/main" val="150358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FED66D-0FCB-9C10-4510-7E845B9E1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255183"/>
              </p:ext>
            </p:extLst>
          </p:nvPr>
        </p:nvGraphicFramePr>
        <p:xfrm>
          <a:off x="457200" y="867439"/>
          <a:ext cx="11277602" cy="5123123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3770431">
                  <a:extLst>
                    <a:ext uri="{9D8B030D-6E8A-4147-A177-3AD203B41FA5}">
                      <a16:colId xmlns:a16="http://schemas.microsoft.com/office/drawing/2014/main" val="3386569430"/>
                    </a:ext>
                  </a:extLst>
                </a:gridCol>
                <a:gridCol w="3752371">
                  <a:extLst>
                    <a:ext uri="{9D8B030D-6E8A-4147-A177-3AD203B41FA5}">
                      <a16:colId xmlns:a16="http://schemas.microsoft.com/office/drawing/2014/main" val="3712252845"/>
                    </a:ext>
                  </a:extLst>
                </a:gridCol>
                <a:gridCol w="3754800">
                  <a:extLst>
                    <a:ext uri="{9D8B030D-6E8A-4147-A177-3AD203B41FA5}">
                      <a16:colId xmlns:a16="http://schemas.microsoft.com/office/drawing/2014/main" val="908133004"/>
                    </a:ext>
                  </a:extLst>
                </a:gridCol>
              </a:tblGrid>
              <a:tr h="413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Why It Matters for LLM-IR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509532"/>
                  </a:ext>
                </a:extLst>
              </a:tr>
              <a:tr h="1652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bg1"/>
                          </a:solidFill>
                        </a:rPr>
                        <a:t>Closed Corpus</a:t>
                      </a:r>
                      <a:endParaRPr lang="en-GB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bg1"/>
                          </a:solidFill>
                        </a:rPr>
                        <a:t>The system only accesses internal, authoritative documents (e.g., HR handbook, legal compliance memos, policy FAQs, country-specific annexes). No open-web or speculative knowledge is used.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The LLM does not need to </a:t>
                      </a:r>
                      <a:r>
                        <a:rPr lang="en-GB" sz="1600" i="1" cap="none" spc="0">
                          <a:solidFill>
                            <a:schemeClr val="bg1"/>
                          </a:solidFill>
                        </a:rPr>
                        <a:t>know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 the answer from pretraining; it only needs to </a:t>
                      </a:r>
                      <a:r>
                        <a:rPr lang="en-GB" sz="1600" b="1" cap="none" spc="0">
                          <a:solidFill>
                            <a:schemeClr val="bg1"/>
                          </a:solidFill>
                        </a:rPr>
                        <a:t>retrieve and reason over trusted documents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, significantly reducing hallucination risk.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52551"/>
                  </a:ext>
                </a:extLst>
              </a:tr>
              <a:tr h="1652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bg1"/>
                          </a:solidFill>
                        </a:rPr>
                        <a:t>Clear Intent</a:t>
                      </a:r>
                      <a:endParaRPr lang="en-GB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User queries are precise, non-exploratory, and task-oriented (e.g., policy eligibility, procedures, compliance conditions). The goal is to reach a decision, not to explore opinions.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Clear intent aligns well with </a:t>
                      </a:r>
                      <a:r>
                        <a:rPr lang="en-GB" sz="1600" b="1" cap="none" spc="0">
                          <a:solidFill>
                            <a:schemeClr val="bg1"/>
                          </a:solidFill>
                        </a:rPr>
                        <a:t>retrieval, evidence-based summarization, and attribution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, enabling accurate ranking and faithful answer generation.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6820"/>
                  </a:ext>
                </a:extLst>
              </a:tr>
              <a:tr h="140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bg1"/>
                          </a:solidFill>
                        </a:rPr>
                        <a:t>High Cost of Wrong Answers</a:t>
                      </a:r>
                      <a:endParaRPr lang="en-GB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bg1"/>
                          </a:solidFill>
                        </a:rPr>
                        <a:t>Incorrect answers can lead to tax violations, employment law issues, or regulatory penalties. Fluency alone is insufficient.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bg1"/>
                          </a:solidFill>
                        </a:rPr>
                        <a:t>This necessitates </a:t>
                      </a:r>
                      <a:r>
                        <a:rPr lang="en-GB" sz="1600" b="1" cap="none" spc="0" dirty="0">
                          <a:solidFill>
                            <a:schemeClr val="bg1"/>
                          </a:solidFill>
                        </a:rPr>
                        <a:t>faithfulness, grounding, and attribution</a:t>
                      </a:r>
                      <a:r>
                        <a:rPr lang="en-GB" sz="1600" cap="none" spc="0" dirty="0">
                          <a:solidFill>
                            <a:schemeClr val="bg1"/>
                          </a:solidFill>
                        </a:rPr>
                        <a:t>, making LLM-based IR valuable only when answers are evidence-backed and auditable.</a:t>
                      </a:r>
                    </a:p>
                  </a:txBody>
                  <a:tcPr marL="72454" marR="72454" marT="36228" marB="92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330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822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defRPr sz="3200"/>
            </a:pPr>
            <a:r>
              <a:rPr lang="en-US" sz="6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Retrieved Documents (Faithful Retrieval)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46128" y="5994400"/>
            <a:ext cx="42274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spcAft>
                <a:spcPts val="600"/>
              </a:spcAft>
              <a:defRPr sz="1600" b="1"/>
            </a:pPr>
            <a:r>
              <a:rPr sz="1600" b="1">
                <a:solidFill>
                  <a:prstClr val="black"/>
                </a:solidFill>
                <a:latin typeface="Calibri"/>
              </a:rPr>
              <a:t>✔️ Retrieval is faithful    ✔️ Context is relevant</a:t>
            </a:r>
            <a:endParaRPr lang="en-GB" sz="1600" b="1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0CB4FBC2-93CA-81EA-22FA-91400D876D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14921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F46C1-5D0D-2BDC-4D0C-825527A49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GB" sz="4000"/>
              <a:t>Generated Answer (Strong Example)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545073-E233-35F1-0127-04E95E7A74F0}"/>
              </a:ext>
            </a:extLst>
          </p:cNvPr>
          <p:cNvSpPr txBox="1"/>
          <p:nvPr/>
        </p:nvSpPr>
        <p:spPr>
          <a:xfrm>
            <a:off x="5596502" y="2405894"/>
            <a:ext cx="575489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Generated Answer (Strong Example)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Answer:</a:t>
            </a:r>
            <a:br>
              <a:rPr lang="en-US" sz="1900" dirty="0"/>
            </a:br>
            <a:r>
              <a:rPr lang="en-US" sz="1900" dirty="0"/>
              <a:t>“Employees may work remotely from another country for up to 30 days with manager approval. Requests exceeding 30 days require legal review due to potential tax and compliance obligations.”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With attribution:</a:t>
            </a: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HR Handbook (Remote Work Policy)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Legal Compliance Memo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HR FAQ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5D6728-5339-DC8A-589D-D937ABED8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892449"/>
              </p:ext>
            </p:extLst>
          </p:nvPr>
        </p:nvGraphicFramePr>
        <p:xfrm>
          <a:off x="1068130" y="1719688"/>
          <a:ext cx="3876166" cy="29869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4377">
                  <a:extLst>
                    <a:ext uri="{9D8B030D-6E8A-4147-A177-3AD203B41FA5}">
                      <a16:colId xmlns:a16="http://schemas.microsoft.com/office/drawing/2014/main" val="1156532815"/>
                    </a:ext>
                  </a:extLst>
                </a:gridCol>
                <a:gridCol w="2561789">
                  <a:extLst>
                    <a:ext uri="{9D8B030D-6E8A-4147-A177-3AD203B41FA5}">
                      <a16:colId xmlns:a16="http://schemas.microsoft.com/office/drawing/2014/main" val="3415410361"/>
                    </a:ext>
                  </a:extLst>
                </a:gridCol>
              </a:tblGrid>
              <a:tr h="458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Criterion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 dirty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459129"/>
                  </a:ext>
                </a:extLst>
              </a:tr>
              <a:tr h="693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Faithfulness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✔️ Supported by retrieved docs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281187"/>
                  </a:ext>
                </a:extLst>
              </a:tr>
              <a:tr h="458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Grounding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✔️ Each claim traceable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84202"/>
                  </a:ext>
                </a:extLst>
              </a:tr>
              <a:tr h="458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Attribution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✔️ Sources identified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561108"/>
                  </a:ext>
                </a:extLst>
              </a:tr>
              <a:tr h="458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Usefulness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✔️ Actionable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128142"/>
                  </a:ext>
                </a:extLst>
              </a:tr>
              <a:tr h="458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Risk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 dirty="0">
                          <a:solidFill>
                            <a:schemeClr val="tx1"/>
                          </a:solidFill>
                        </a:rPr>
                        <a:t>✔️ Low</a:t>
                      </a:r>
                    </a:p>
                  </a:txBody>
                  <a:tcPr marL="58798" marR="58798" marT="58798" marB="1175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662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122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372C7-B6E6-4D9C-937E-C946B5C6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GB" sz="4800"/>
              <a:t>Scientific &amp; Medical IR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7113B-6B4B-360A-855F-3B2305BF5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943" y="335280"/>
            <a:ext cx="7196328" cy="2204720"/>
          </a:xfrm>
        </p:spPr>
        <p:txBody>
          <a:bodyPr anchor="ctr">
            <a:normAutofit fontScale="47500" lnSpcReduction="20000"/>
          </a:bodyPr>
          <a:lstStyle/>
          <a:p>
            <a:r>
              <a:rPr lang="en-GB" dirty="0"/>
              <a:t>Applications:</a:t>
            </a:r>
          </a:p>
          <a:p>
            <a:pPr lvl="1"/>
            <a:r>
              <a:rPr lang="en-GB" sz="2800" dirty="0"/>
              <a:t>Literature review assistants</a:t>
            </a:r>
          </a:p>
          <a:p>
            <a:pPr lvl="1"/>
            <a:r>
              <a:rPr lang="en-GB" sz="2800" dirty="0"/>
              <a:t>Evidence synthesis</a:t>
            </a:r>
          </a:p>
          <a:p>
            <a:pPr lvl="1"/>
            <a:r>
              <a:rPr lang="en-GB" sz="2800" dirty="0"/>
              <a:t>Clinical guideline retrieval</a:t>
            </a:r>
          </a:p>
          <a:p>
            <a:r>
              <a:rPr lang="en-GB" i="1" dirty="0"/>
              <a:t>Evaluation standards are stricter — hallucination is unacceptable</a:t>
            </a:r>
          </a:p>
          <a:p>
            <a:r>
              <a:rPr lang="en-GB" i="1" dirty="0"/>
              <a:t>An example in CIKM 25: </a:t>
            </a:r>
          </a:p>
          <a:p>
            <a:pPr marL="0" indent="0">
              <a:buNone/>
            </a:pPr>
            <a:r>
              <a:rPr lang="en-GB" dirty="0" err="1"/>
              <a:t>Vladika</a:t>
            </a:r>
            <a:r>
              <a:rPr lang="en-GB" dirty="0"/>
              <a:t>, J., &amp; Matthes, F. (2025, November). </a:t>
            </a:r>
            <a:r>
              <a:rPr lang="en-GB" dirty="0" err="1"/>
              <a:t>MedSEBA</a:t>
            </a:r>
            <a:r>
              <a:rPr lang="en-GB" dirty="0"/>
              <a:t>: Synthesizing Evidence-Based Answers Grounded in Evolving Medical Literature. In </a:t>
            </a:r>
            <a:r>
              <a:rPr lang="en-GB" i="1" dirty="0"/>
              <a:t>Proceedings of the 34th ACM International Conference on Information and Knowledge Management</a:t>
            </a:r>
            <a:r>
              <a:rPr lang="en-GB" dirty="0"/>
              <a:t> (pp. 6728-6732).</a:t>
            </a:r>
          </a:p>
          <a:p>
            <a:endParaRPr lang="en-GB" sz="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58C1E-D671-FDD1-0F1C-CEAAEC576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810339"/>
            <a:ext cx="10917936" cy="29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72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3E800-C8FF-281C-CBB4-D7226E62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Safety &amp; Evaluation Gate = Zero-Tolerance Rule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AB3B7-65A6-545A-EC4E-47C76C5C9D2A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A hallucinated fact in web QA = misinformation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A hallucinated fact in medical IR = </a:t>
            </a:r>
            <a:r>
              <a:rPr lang="en-US" sz="1200" b="1"/>
              <a:t>potential harm</a:t>
            </a:r>
            <a:endParaRPr lang="en-US" sz="1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Therefore: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/>
              <a:t>Fluency &lt; Faithfulness</a:t>
            </a:r>
            <a:endParaRPr lang="en-US" sz="12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/>
              <a:t>Coverage &lt; Correctness</a:t>
            </a:r>
            <a:endParaRPr lang="en-US" sz="12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/>
              <a:t>Answering &lt; Knowing when not to answer</a:t>
            </a:r>
            <a:endParaRPr lang="en-US" sz="12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AC2003-0022-73DC-75EC-FD5CE34C23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548960"/>
              </p:ext>
            </p:extLst>
          </p:nvPr>
        </p:nvGraphicFramePr>
        <p:xfrm>
          <a:off x="809244" y="2426572"/>
          <a:ext cx="10561320" cy="3688080"/>
        </p:xfrm>
        <a:graphic>
          <a:graphicData uri="http://schemas.openxmlformats.org/drawingml/2006/table">
            <a:tbl>
              <a:tblPr/>
              <a:tblGrid>
                <a:gridCol w="5420360">
                  <a:extLst>
                    <a:ext uri="{9D8B030D-6E8A-4147-A177-3AD203B41FA5}">
                      <a16:colId xmlns:a16="http://schemas.microsoft.com/office/drawing/2014/main" val="3633397633"/>
                    </a:ext>
                  </a:extLst>
                </a:gridCol>
                <a:gridCol w="5140960">
                  <a:extLst>
                    <a:ext uri="{9D8B030D-6E8A-4147-A177-3AD203B41FA5}">
                      <a16:colId xmlns:a16="http://schemas.microsoft.com/office/drawing/2014/main" val="3599075995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Situation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System Action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70454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No supporting studies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/>
                        <a:t>Abstain</a:t>
                      </a:r>
                      <a:endParaRPr lang="en-GB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83815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Conflicting evidence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/>
                        <a:t>Disclose disagreement</a:t>
                      </a:r>
                      <a:endParaRPr lang="en-GB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87598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Unsupported claim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/>
                        <a:t>Blocked output</a:t>
                      </a:r>
                      <a:endParaRPr lang="en-GB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92171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Weak / outdated evidence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/>
                        <a:t>Flag uncertainty</a:t>
                      </a:r>
                      <a:endParaRPr lang="en-GB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742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48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3CBD6-F70A-BCDA-325C-28E56D96F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/>
              <a:t>Conversational Search &amp; Assistants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09CD7-2D2D-B751-C361-75A32775F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2000"/>
              <a:t>Applications:</a:t>
            </a:r>
          </a:p>
          <a:p>
            <a:pPr lvl="1"/>
            <a:r>
              <a:rPr lang="en-GB" sz="2000"/>
              <a:t>Search with follow-up questions</a:t>
            </a:r>
          </a:p>
          <a:p>
            <a:pPr lvl="1"/>
            <a:r>
              <a:rPr lang="en-GB" sz="2000"/>
              <a:t>Exploratory information seeking</a:t>
            </a:r>
          </a:p>
          <a:p>
            <a:r>
              <a:rPr lang="en-GB" sz="2000"/>
              <a:t>Introduce idea:</a:t>
            </a:r>
          </a:p>
          <a:p>
            <a:pPr lvl="1"/>
            <a:r>
              <a:rPr lang="en-GB" sz="2000" i="1"/>
              <a:t>Search becomes a dialogue, not a ranked list.</a:t>
            </a:r>
            <a:endParaRPr lang="en-GB" sz="2000"/>
          </a:p>
          <a:p>
            <a:endParaRPr lang="en-GB" sz="2000"/>
          </a:p>
        </p:txBody>
      </p:sp>
      <p:pic>
        <p:nvPicPr>
          <p:cNvPr id="2050" name="Picture 2" descr="The architecture of a conversational search system: Dialogue ...">
            <a:extLst>
              <a:ext uri="{FF2B5EF4-FFF2-40B4-BE49-F238E27FC236}">
                <a16:creationId xmlns:a16="http://schemas.microsoft.com/office/drawing/2014/main" id="{392FAE61-76C3-C914-8959-1D09B150A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995867"/>
            <a:ext cx="5150277" cy="269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02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305B7-728F-700D-DEF8-39641072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/>
              <a:t>What Changes Compared to Classical IR?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682737-4282-4212-9C76-E81643313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73" y="2554115"/>
            <a:ext cx="5752866" cy="1953051"/>
          </a:xfr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F49C4CC-24ED-394E-085C-BAE62D552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1928531"/>
              </p:ext>
            </p:extLst>
          </p:nvPr>
        </p:nvGraphicFramePr>
        <p:xfrm>
          <a:off x="5911532" y="3106990"/>
          <a:ext cx="5150278" cy="2468778"/>
        </p:xfrm>
        <a:graphic>
          <a:graphicData uri="http://schemas.openxmlformats.org/drawingml/2006/table">
            <a:tbl>
              <a:tblPr/>
              <a:tblGrid>
                <a:gridCol w="2645116">
                  <a:extLst>
                    <a:ext uri="{9D8B030D-6E8A-4147-A177-3AD203B41FA5}">
                      <a16:colId xmlns:a16="http://schemas.microsoft.com/office/drawing/2014/main" val="2740696835"/>
                    </a:ext>
                  </a:extLst>
                </a:gridCol>
                <a:gridCol w="2505162">
                  <a:extLst>
                    <a:ext uri="{9D8B030D-6E8A-4147-A177-3AD203B41FA5}">
                      <a16:colId xmlns:a16="http://schemas.microsoft.com/office/drawing/2014/main" val="1804572061"/>
                    </a:ext>
                  </a:extLst>
                </a:gridCol>
              </a:tblGrid>
              <a:tr h="369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Classical Search</a:t>
                      </a:r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Conversational Search</a:t>
                      </a:r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785080"/>
                  </a:ext>
                </a:extLst>
              </a:tr>
              <a:tr h="369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One-shot query</a:t>
                      </a:r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Multi-turn interaction</a:t>
                      </a:r>
                      <a:endParaRPr lang="en-GB" sz="1700"/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48740"/>
                  </a:ext>
                </a:extLst>
              </a:tr>
              <a:tr h="369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Static intent</a:t>
                      </a:r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Evolving intent</a:t>
                      </a:r>
                      <a:endParaRPr lang="en-GB" sz="1700"/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666231"/>
                  </a:ext>
                </a:extLst>
              </a:tr>
              <a:tr h="369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Ranked list of documents</a:t>
                      </a:r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Contextual responses</a:t>
                      </a:r>
                      <a:endParaRPr lang="en-GB" sz="1700"/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38987"/>
                  </a:ext>
                </a:extLst>
              </a:tr>
              <a:tr h="621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User does the reasoning</a:t>
                      </a:r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System assists reasoning</a:t>
                      </a:r>
                      <a:endParaRPr lang="en-GB" sz="1700"/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334416"/>
                  </a:ext>
                </a:extLst>
              </a:tr>
              <a:tr h="369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No memory</a:t>
                      </a:r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/>
                        <a:t>Conversation memory</a:t>
                      </a:r>
                      <a:endParaRPr lang="en-GB" sz="1700" dirty="0"/>
                    </a:p>
                  </a:txBody>
                  <a:tcPr marL="83972" marR="83972" marT="41986" marB="41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2708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04414B8-BCF5-47DF-84A5-1047CFEC7A52}"/>
              </a:ext>
            </a:extLst>
          </p:cNvPr>
          <p:cNvSpPr txBox="1"/>
          <p:nvPr/>
        </p:nvSpPr>
        <p:spPr>
          <a:xfrm>
            <a:off x="748736" y="4750454"/>
            <a:ext cx="4652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Mo, F., Mao, K., Zhao, Z., Qian, H., Chen, H., Cheng, Y., ... &amp; Nie, J. Y. (2025).</a:t>
            </a:r>
          </a:p>
          <a:p>
            <a:r>
              <a:rPr lang="en-GB" dirty="0"/>
              <a:t> A survey of conversational search. </a:t>
            </a:r>
            <a:r>
              <a:rPr lang="en-GB" i="1" dirty="0"/>
              <a:t>ACM Transactions on Information Systems</a:t>
            </a:r>
            <a:r>
              <a:rPr lang="en-GB" dirty="0"/>
              <a:t>, </a:t>
            </a:r>
            <a:r>
              <a:rPr lang="en-GB" i="1" dirty="0"/>
              <a:t>43</a:t>
            </a:r>
            <a:r>
              <a:rPr lang="en-GB" dirty="0"/>
              <a:t>(6), 1-50.</a:t>
            </a:r>
          </a:p>
        </p:txBody>
      </p:sp>
    </p:spTree>
    <p:extLst>
      <p:ext uri="{BB962C8B-B14F-4D97-AF65-F5344CB8AC3E}">
        <p14:creationId xmlns:p14="http://schemas.microsoft.com/office/powerpoint/2010/main" val="29851869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0D25A-D66B-E903-9477-DC68048E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Open Problems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53375A-18C6-8CD4-0084-6473C3AE46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94126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0840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92967-AA36-7704-F2DF-F1D50B44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GB" sz="3900"/>
              <a:t>Key LLM &amp; AI conferences and journals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IGIR | Special Interest Group on Information Retrieval">
            <a:extLst>
              <a:ext uri="{FF2B5EF4-FFF2-40B4-BE49-F238E27FC236}">
                <a16:creationId xmlns:a16="http://schemas.microsoft.com/office/drawing/2014/main" id="{20E5C445-13A4-33A4-2A19-DA9CF1520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72653" y="2767448"/>
            <a:ext cx="3548404" cy="197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811E24-84E1-0D4B-C326-460B3E90AF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276759"/>
              </p:ext>
            </p:extLst>
          </p:nvPr>
        </p:nvGraphicFramePr>
        <p:xfrm>
          <a:off x="803776" y="2829330"/>
          <a:ext cx="6190412" cy="3344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37526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EFCCE1-0B23-607A-7FAD-DB356F9D2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Key LLM &amp; AI conferences and journals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A5A38F-014D-A775-442E-A8E264040F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37726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1474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3AAC-A76F-3B03-AC1F-E7F2C37C9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612942"/>
            <a:ext cx="6286617" cy="45608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This is just the beginning of your investigation in Information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reterival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Read, code and thinking!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Thanks! Q &amp; A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9FA8CBD4-C8C4-43E8-6F5E-F46C6CB7B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58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2741</Words>
  <Application>Microsoft Office PowerPoint</Application>
  <PresentationFormat>Widescreen</PresentationFormat>
  <Paragraphs>403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Cambria Math</vt:lpstr>
      <vt:lpstr>Office Theme</vt:lpstr>
      <vt:lpstr>1_Office Theme</vt:lpstr>
      <vt:lpstr>Lecture 4: Evaluation, Applications, and Trends in LLM-Driven Information Retrieval</vt:lpstr>
      <vt:lpstr>Why Evaluating LLM-based IR Is Harder Than Classical IR?</vt:lpstr>
      <vt:lpstr>Scenario: Medical Question Answering (RAG Based System)</vt:lpstr>
      <vt:lpstr>Good Retrieval ≠ Good Answer</vt:lpstr>
      <vt:lpstr>Good Answer ≠ Faithful Retrieval</vt:lpstr>
      <vt:lpstr>Faithful retrieval ≠ useful retrieval</vt:lpstr>
      <vt:lpstr>Why This Retrieval Is Not Useful</vt:lpstr>
      <vt:lpstr>What Changes with LLMs?</vt:lpstr>
      <vt:lpstr>Non-Determinism in LLM-Based IR</vt:lpstr>
      <vt:lpstr>The effect of different prompts </vt:lpstr>
      <vt:lpstr>Non-determinism vs Prompt sensitivity</vt:lpstr>
      <vt:lpstr>User-Facing Outputs vs Classical IR Metrics</vt:lpstr>
      <vt:lpstr>User-Facing Outputs vs Classical IR Metrics 2</vt:lpstr>
      <vt:lpstr>Why End-to-End Evaluation Matters</vt:lpstr>
      <vt:lpstr>Hallucination despite evidence</vt:lpstr>
      <vt:lpstr>Hallucination example </vt:lpstr>
      <vt:lpstr>Hallucination example </vt:lpstr>
      <vt:lpstr>Hallucination example </vt:lpstr>
      <vt:lpstr>Faithfulness, Grounding, and Attribution</vt:lpstr>
      <vt:lpstr>Faithfulness</vt:lpstr>
      <vt:lpstr>Faithfulness example </vt:lpstr>
      <vt:lpstr>Grounding</vt:lpstr>
      <vt:lpstr>Grounding: an example </vt:lpstr>
      <vt:lpstr>What is a strong grounding answer like?</vt:lpstr>
      <vt:lpstr>Attribution</vt:lpstr>
      <vt:lpstr>Attribution example </vt:lpstr>
      <vt:lpstr>How to quantify Groundness?</vt:lpstr>
      <vt:lpstr>Automated RAG Evaluation Frameworks</vt:lpstr>
      <vt:lpstr>PowerPoint Presentation</vt:lpstr>
      <vt:lpstr>Enterprise Search &amp; QA</vt:lpstr>
      <vt:lpstr>PowerPoint Presentation</vt:lpstr>
      <vt:lpstr>Retrieved Documents (Faithful Retrieval)</vt:lpstr>
      <vt:lpstr>Generated Answer (Strong Example)</vt:lpstr>
      <vt:lpstr>Scientific &amp; Medical IR</vt:lpstr>
      <vt:lpstr>Safety &amp; Evaluation Gate = Zero-Tolerance Rule</vt:lpstr>
      <vt:lpstr>Conversational Search &amp; Assistants</vt:lpstr>
      <vt:lpstr>What Changes Compared to Classical IR?</vt:lpstr>
      <vt:lpstr>Open Problems</vt:lpstr>
      <vt:lpstr>Key LLM &amp; AI conferences and journals</vt:lpstr>
      <vt:lpstr>Key LLM &amp; AI conferences and journals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Yunfei Long</dc:creator>
  <cp:lastModifiedBy>Yunfei Long</cp:lastModifiedBy>
  <cp:revision>1</cp:revision>
  <dcterms:created xsi:type="dcterms:W3CDTF">2026-01-08T21:50:45Z</dcterms:created>
  <dcterms:modified xsi:type="dcterms:W3CDTF">2026-02-12T17:32:38Z</dcterms:modified>
</cp:coreProperties>
</file>